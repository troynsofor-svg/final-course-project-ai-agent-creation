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6" r:id="rId9"/>
    <p:sldId id="263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1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5C15A-770F-B8DA-CFCE-4DE8F1C008F4}" v="728" dt="2026-04-05T22:57:25.789"/>
    <p1510:client id="{67DD1791-4334-FF8B-6294-BE8534600CEE}" v="33" dt="2026-04-07T00:19:11.872"/>
    <p1510:client id="{8D4A8C04-A9B6-DA10-1931-6634E87D2B29}" v="1704" dt="2026-04-07T00:16:40.040"/>
    <p1510:client id="{B01CD38A-5E5B-8D34-6824-E9C246A0D410}" v="399" dt="2026-04-05T03:42:23.377"/>
    <p1510:client id="{B69DE010-86BB-B03F-9C70-D1A064316E00}" v="61" dt="2026-04-05T03:54:25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oy.nsofor-W214953722" userId="S::w214953722@student.hccs.edu::a4bcf6b5-258a-4061-a951-7822d8616e66" providerId="AD" clId="Web-{C6233E98-0A93-B509-9D79-20C5C990CAB3}"/>
    <pc:docChg chg="addSld modSld addMainMaster delMainMaster">
      <pc:chgData name="troy.nsofor-W214953722" userId="S::w214953722@student.hccs.edu::a4bcf6b5-258a-4061-a951-7822d8616e66" providerId="AD" clId="Web-{C6233E98-0A93-B509-9D79-20C5C990CAB3}" dt="2026-04-04T23:04:06.947" v="11" actId="20577"/>
      <pc:docMkLst>
        <pc:docMk/>
      </pc:docMkLst>
      <pc:sldChg chg="modSp new">
        <pc:chgData name="troy.nsofor-W214953722" userId="S::w214953722@student.hccs.edu::a4bcf6b5-258a-4061-a951-7822d8616e66" providerId="AD" clId="Web-{C6233E98-0A93-B509-9D79-20C5C990CAB3}" dt="2026-04-04T23:04:06.947" v="11" actId="20577"/>
        <pc:sldMkLst>
          <pc:docMk/>
          <pc:sldMk cId="1815685078" sldId="257"/>
        </pc:sldMkLst>
        <pc:spChg chg="mod">
          <ac:chgData name="troy.nsofor-W214953722" userId="S::w214953722@student.hccs.edu::a4bcf6b5-258a-4061-a951-7822d8616e66" providerId="AD" clId="Web-{C6233E98-0A93-B509-9D79-20C5C990CAB3}" dt="2026-04-04T23:04:06.947" v="11" actId="20577"/>
          <ac:spMkLst>
            <pc:docMk/>
            <pc:sldMk cId="1815685078" sldId="257"/>
            <ac:spMk id="3" creationId="{062A583D-3CF5-4DB6-1558-0EBA0EC0625E}"/>
          </ac:spMkLst>
        </pc:spChg>
      </pc:sldChg>
      <pc:sldMasterChg chg="add addSldLayout">
        <pc:chgData name="troy.nsofor-W214953722" userId="S::w214953722@student.hccs.edu::a4bcf6b5-258a-4061-a951-7822d8616e66" providerId="AD" clId="Web-{C6233E98-0A93-B509-9D79-20C5C990CAB3}" dt="2026-04-04T23:03:05.352" v="2"/>
        <pc:sldMasterMkLst>
          <pc:docMk/>
          <pc:sldMasterMk cId="3876824566" sldId="2147483708"/>
        </pc:sldMasterMkLst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229254537" sldId="2147483697"/>
          </pc:sldLayoutMkLst>
        </pc:sldLayoutChg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1502119453" sldId="2147483698"/>
          </pc:sldLayoutMkLst>
        </pc:sldLayoutChg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1941555517" sldId="2147483699"/>
          </pc:sldLayoutMkLst>
        </pc:sldLayoutChg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789689316" sldId="2147483700"/>
          </pc:sldLayoutMkLst>
        </pc:sldLayoutChg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750748258" sldId="2147483701"/>
          </pc:sldLayoutMkLst>
        </pc:sldLayoutChg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2918840624" sldId="2147483702"/>
          </pc:sldLayoutMkLst>
        </pc:sldLayoutChg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2810084513" sldId="2147483703"/>
          </pc:sldLayoutMkLst>
        </pc:sldLayoutChg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785484777" sldId="2147483704"/>
          </pc:sldLayoutMkLst>
        </pc:sldLayoutChg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3695014103" sldId="2147483705"/>
          </pc:sldLayoutMkLst>
        </pc:sldLayoutChg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2277182725" sldId="2147483706"/>
          </pc:sldLayoutMkLst>
        </pc:sldLayoutChg>
        <pc:sldLayoutChg chg="add">
          <pc:chgData name="troy.nsofor-W214953722" userId="S::w214953722@student.hccs.edu::a4bcf6b5-258a-4061-a951-7822d8616e66" providerId="AD" clId="Web-{C6233E98-0A93-B509-9D79-20C5C990CAB3}" dt="2026-04-04T23:03:05.352" v="2"/>
          <pc:sldLayoutMkLst>
            <pc:docMk/>
            <pc:sldMasterMk cId="3876824566" sldId="2147483708"/>
            <pc:sldLayoutMk cId="353627638" sldId="2147483707"/>
          </pc:sldLayoutMkLst>
        </pc:sldLayoutChg>
      </pc:sldMasterChg>
    </pc:docChg>
  </pc:docChgLst>
  <pc:docChgLst>
    <pc:chgData name="troy.nsofor-W214953722" userId="S::w214953722@student.hccs.edu::a4bcf6b5-258a-4061-a951-7822d8616e66" providerId="AD" clId="Web-{B01CD38A-5E5B-8D34-6824-E9C246A0D410}"/>
    <pc:docChg chg="addSld delSld modSld">
      <pc:chgData name="troy.nsofor-W214953722" userId="S::w214953722@student.hccs.edu::a4bcf6b5-258a-4061-a951-7822d8616e66" providerId="AD" clId="Web-{B01CD38A-5E5B-8D34-6824-E9C246A0D410}" dt="2026-04-05T03:42:23.377" v="396"/>
      <pc:docMkLst>
        <pc:docMk/>
      </pc:docMkLst>
      <pc:sldChg chg="addSp delSp modSp">
        <pc:chgData name="troy.nsofor-W214953722" userId="S::w214953722@student.hccs.edu::a4bcf6b5-258a-4061-a951-7822d8616e66" providerId="AD" clId="Web-{B01CD38A-5E5B-8D34-6824-E9C246A0D410}" dt="2026-04-04T23:55:53.863" v="122"/>
        <pc:sldMkLst>
          <pc:docMk/>
          <pc:sldMk cId="1815685078" sldId="257"/>
        </pc:sldMkLst>
        <pc:spChg chg="mod">
          <ac:chgData name="troy.nsofor-W214953722" userId="S::w214953722@student.hccs.edu::a4bcf6b5-258a-4061-a951-7822d8616e66" providerId="AD" clId="Web-{B01CD38A-5E5B-8D34-6824-E9C246A0D410}" dt="2026-04-04T23:50:04.329" v="108" actId="20577"/>
          <ac:spMkLst>
            <pc:docMk/>
            <pc:sldMk cId="1815685078" sldId="257"/>
            <ac:spMk id="2" creationId="{CEAD2644-1436-F889-3F5C-DDA6AE08E1B5}"/>
          </ac:spMkLst>
        </pc:spChg>
        <pc:spChg chg="mod">
          <ac:chgData name="troy.nsofor-W214953722" userId="S::w214953722@student.hccs.edu::a4bcf6b5-258a-4061-a951-7822d8616e66" providerId="AD" clId="Web-{B01CD38A-5E5B-8D34-6824-E9C246A0D410}" dt="2026-04-04T23:37:44.759" v="2" actId="20577"/>
          <ac:spMkLst>
            <pc:docMk/>
            <pc:sldMk cId="1815685078" sldId="257"/>
            <ac:spMk id="3" creationId="{062A583D-3CF5-4DB6-1558-0EBA0EC0625E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4T23:55:53.863" v="122"/>
          <ac:spMkLst>
            <pc:docMk/>
            <pc:sldMk cId="1815685078" sldId="257"/>
            <ac:spMk id="4" creationId="{A34AECB2-1C97-053F-FC62-C30E63392DB2}"/>
          </ac:spMkLst>
        </pc:spChg>
        <pc:spChg chg="add">
          <ac:chgData name="troy.nsofor-W214953722" userId="S::w214953722@student.hccs.edu::a4bcf6b5-258a-4061-a951-7822d8616e66" providerId="AD" clId="Web-{B01CD38A-5E5B-8D34-6824-E9C246A0D410}" dt="2026-04-04T23:48:07.047" v="84"/>
          <ac:spMkLst>
            <pc:docMk/>
            <pc:sldMk cId="1815685078" sldId="257"/>
            <ac:spMk id="32" creationId="{D6D5AE94-D632-82B8-BF5F-9580A7B79844}"/>
          </ac:spMkLst>
        </pc:spChg>
        <pc:inkChg chg="add">
          <ac:chgData name="troy.nsofor-W214953722" userId="S::w214953722@student.hccs.edu::a4bcf6b5-258a-4061-a951-7822d8616e66" providerId="AD" clId="Web-{B01CD38A-5E5B-8D34-6824-E9C246A0D410}" dt="2026-04-04T23:45:35.563" v="54"/>
          <ac:inkMkLst>
            <pc:docMk/>
            <pc:sldMk cId="1815685078" sldId="257"/>
            <ac:inkMk id="19" creationId="{E660B098-9021-1A41-0C8C-DA9D205F00D8}"/>
          </ac:inkMkLst>
        </pc:inkChg>
        <pc:inkChg chg="add">
          <ac:chgData name="troy.nsofor-W214953722" userId="S::w214953722@student.hccs.edu::a4bcf6b5-258a-4061-a951-7822d8616e66" providerId="AD" clId="Web-{B01CD38A-5E5B-8D34-6824-E9C246A0D410}" dt="2026-04-04T23:45:38.391" v="55"/>
          <ac:inkMkLst>
            <pc:docMk/>
            <pc:sldMk cId="1815685078" sldId="257"/>
            <ac:inkMk id="20" creationId="{3E2314CE-7C76-D6F8-C9B8-12647169AC48}"/>
          </ac:inkMkLst>
        </pc:inkChg>
        <pc:inkChg chg="add">
          <ac:chgData name="troy.nsofor-W214953722" userId="S::w214953722@student.hccs.edu::a4bcf6b5-258a-4061-a951-7822d8616e66" providerId="AD" clId="Web-{B01CD38A-5E5B-8D34-6824-E9C246A0D410}" dt="2026-04-04T23:45:42.360" v="57"/>
          <ac:inkMkLst>
            <pc:docMk/>
            <pc:sldMk cId="1815685078" sldId="257"/>
            <ac:inkMk id="22" creationId="{DE299E96-25E1-6F7D-9B9F-9E95B75A0BBE}"/>
          </ac:inkMkLst>
        </pc:inkChg>
      </pc:sldChg>
      <pc:sldChg chg="addSp delSp modSp new">
        <pc:chgData name="troy.nsofor-W214953722" userId="S::w214953722@student.hccs.edu::a4bcf6b5-258a-4061-a951-7822d8616e66" providerId="AD" clId="Web-{B01CD38A-5E5B-8D34-6824-E9C246A0D410}" dt="2026-04-05T00:11:38.806" v="240" actId="1076"/>
        <pc:sldMkLst>
          <pc:docMk/>
          <pc:sldMk cId="3602265785" sldId="258"/>
        </pc:sldMkLst>
        <pc:spChg chg="mod">
          <ac:chgData name="troy.nsofor-W214953722" userId="S::w214953722@student.hccs.edu::a4bcf6b5-258a-4061-a951-7822d8616e66" providerId="AD" clId="Web-{B01CD38A-5E5B-8D34-6824-E9C246A0D410}" dt="2026-04-04T23:53:03.441" v="112" actId="20577"/>
          <ac:spMkLst>
            <pc:docMk/>
            <pc:sldMk cId="3602265785" sldId="258"/>
            <ac:spMk id="2" creationId="{FE090F16-FB6F-DC95-6104-AF669D3530D0}"/>
          </ac:spMkLst>
        </pc:spChg>
        <pc:spChg chg="mod">
          <ac:chgData name="troy.nsofor-W214953722" userId="S::w214953722@student.hccs.edu::a4bcf6b5-258a-4061-a951-7822d8616e66" providerId="AD" clId="Web-{B01CD38A-5E5B-8D34-6824-E9C246A0D410}" dt="2026-04-05T00:10:17.337" v="223" actId="20577"/>
          <ac:spMkLst>
            <pc:docMk/>
            <pc:sldMk cId="3602265785" sldId="258"/>
            <ac:spMk id="3" creationId="{6C53FA08-E099-C22D-E79B-097B0B99A200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0:08:25.884" v="209" actId="1076"/>
          <ac:spMkLst>
            <pc:docMk/>
            <pc:sldMk cId="3602265785" sldId="258"/>
            <ac:spMk id="4" creationId="{3EDDBE72-C263-CD3C-890F-5D867A8F25C1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0:02:16.961" v="166" actId="14100"/>
          <ac:spMkLst>
            <pc:docMk/>
            <pc:sldMk cId="3602265785" sldId="258"/>
            <ac:spMk id="5" creationId="{56363F59-405A-AF31-C1FF-932396626AA1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0:01:58.774" v="165" actId="14100"/>
          <ac:spMkLst>
            <pc:docMk/>
            <pc:sldMk cId="3602265785" sldId="258"/>
            <ac:spMk id="6" creationId="{CED974A0-5CC1-DD75-193B-79EFA91EEE60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0:02:59.165" v="168" actId="1076"/>
          <ac:spMkLst>
            <pc:docMk/>
            <pc:sldMk cId="3602265785" sldId="258"/>
            <ac:spMk id="7" creationId="{11FE8DE9-FB60-ACF3-608D-33FD84C1DE46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0:05:42.977" v="189"/>
          <ac:spMkLst>
            <pc:docMk/>
            <pc:sldMk cId="3602265785" sldId="258"/>
            <ac:spMk id="12" creationId="{39C76B2F-075C-04DB-2211-E069E9292BD9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0:07:27.837" v="201"/>
          <ac:spMkLst>
            <pc:docMk/>
            <pc:sldMk cId="3602265785" sldId="258"/>
            <ac:spMk id="13" creationId="{A06A26A8-6733-CAF1-A1E2-04771E7F6580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0:11:38.806" v="240" actId="1076"/>
          <ac:spMkLst>
            <pc:docMk/>
            <pc:sldMk cId="3602265785" sldId="258"/>
            <ac:spMk id="19" creationId="{01DF4035-4694-DFD7-8C76-6FC39E945D84}"/>
          </ac:spMkLst>
        </pc:spChg>
        <pc:inkChg chg="add">
          <ac:chgData name="troy.nsofor-W214953722" userId="S::w214953722@student.hccs.edu::a4bcf6b5-258a-4061-a951-7822d8616e66" providerId="AD" clId="Web-{B01CD38A-5E5B-8D34-6824-E9C246A0D410}" dt="2026-04-05T00:09:14.603" v="213"/>
          <ac:inkMkLst>
            <pc:docMk/>
            <pc:sldMk cId="3602265785" sldId="258"/>
            <ac:inkMk id="15" creationId="{3E71F4AA-E991-F6BC-384E-F15B74C497D8}"/>
          </ac:inkMkLst>
        </pc:inkChg>
      </pc:sldChg>
      <pc:sldChg chg="addSp delSp modSp new">
        <pc:chgData name="troy.nsofor-W214953722" userId="S::w214953722@student.hccs.edu::a4bcf6b5-258a-4061-a951-7822d8616e66" providerId="AD" clId="Web-{B01CD38A-5E5B-8D34-6824-E9C246A0D410}" dt="2026-04-05T03:19:57.500" v="314" actId="20577"/>
        <pc:sldMkLst>
          <pc:docMk/>
          <pc:sldMk cId="1777576508" sldId="259"/>
        </pc:sldMkLst>
        <pc:spChg chg="mod">
          <ac:chgData name="troy.nsofor-W214953722" userId="S::w214953722@student.hccs.edu::a4bcf6b5-258a-4061-a951-7822d8616e66" providerId="AD" clId="Web-{B01CD38A-5E5B-8D34-6824-E9C246A0D410}" dt="2026-04-05T03:19:57.500" v="314" actId="20577"/>
          <ac:spMkLst>
            <pc:docMk/>
            <pc:sldMk cId="1777576508" sldId="259"/>
            <ac:spMk id="2" creationId="{A27CE3C9-A3AD-7A81-33E0-006ABCCC65E7}"/>
          </ac:spMkLst>
        </pc:spChg>
        <pc:spChg chg="mod">
          <ac:chgData name="troy.nsofor-W214953722" userId="S::w214953722@student.hccs.edu::a4bcf6b5-258a-4061-a951-7822d8616e66" providerId="AD" clId="Web-{B01CD38A-5E5B-8D34-6824-E9C246A0D410}" dt="2026-04-05T03:05:36.083" v="275"/>
          <ac:spMkLst>
            <pc:docMk/>
            <pc:sldMk cId="1777576508" sldId="259"/>
            <ac:spMk id="3" creationId="{67441A40-43ED-E4AE-82DE-B84F8E1BABAC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3:11:34.303" v="296"/>
          <ac:spMkLst>
            <pc:docMk/>
            <pc:sldMk cId="1777576508" sldId="259"/>
            <ac:spMk id="4" creationId="{B21AD7F3-FEF2-757B-01F3-C5695561A643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3:12:41.116" v="301"/>
          <ac:spMkLst>
            <pc:docMk/>
            <pc:sldMk cId="1777576508" sldId="259"/>
            <ac:spMk id="5" creationId="{150B44A1-2C63-2503-66FA-AB20830DC8D8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3:08:04.740" v="291"/>
          <ac:spMkLst>
            <pc:docMk/>
            <pc:sldMk cId="1777576508" sldId="259"/>
            <ac:spMk id="9" creationId="{AE1E03DC-6D68-BF07-47F1-D1E0483FC152}"/>
          </ac:spMkLst>
        </pc:spChg>
        <pc:inkChg chg="add">
          <ac:chgData name="troy.nsofor-W214953722" userId="S::w214953722@student.hccs.edu::a4bcf6b5-258a-4061-a951-7822d8616e66" providerId="AD" clId="Web-{B01CD38A-5E5B-8D34-6824-E9C246A0D410}" dt="2026-04-05T03:19:13.156" v="310"/>
          <ac:inkMkLst>
            <pc:docMk/>
            <pc:sldMk cId="1777576508" sldId="259"/>
            <ac:inkMk id="14" creationId="{80FFBA8C-202D-2C3B-64B9-D1294202754E}"/>
          </ac:inkMkLst>
        </pc:inkChg>
        <pc:inkChg chg="add">
          <ac:chgData name="troy.nsofor-W214953722" userId="S::w214953722@student.hccs.edu::a4bcf6b5-258a-4061-a951-7822d8616e66" providerId="AD" clId="Web-{B01CD38A-5E5B-8D34-6824-E9C246A0D410}" dt="2026-04-05T03:19:13.750" v="311"/>
          <ac:inkMkLst>
            <pc:docMk/>
            <pc:sldMk cId="1777576508" sldId="259"/>
            <ac:inkMk id="15" creationId="{5E712CAF-62F8-7F6A-4277-1F1F557C794C}"/>
          </ac:inkMkLst>
        </pc:inkChg>
        <pc:inkChg chg="add">
          <ac:chgData name="troy.nsofor-W214953722" userId="S::w214953722@student.hccs.edu::a4bcf6b5-258a-4061-a951-7822d8616e66" providerId="AD" clId="Web-{B01CD38A-5E5B-8D34-6824-E9C246A0D410}" dt="2026-04-05T03:19:14.734" v="312"/>
          <ac:inkMkLst>
            <pc:docMk/>
            <pc:sldMk cId="1777576508" sldId="259"/>
            <ac:inkMk id="16" creationId="{7AFBE3AC-50DC-8874-E0DA-4AB46A31DAF5}"/>
          </ac:inkMkLst>
        </pc:inkChg>
        <pc:inkChg chg="add">
          <ac:chgData name="troy.nsofor-W214953722" userId="S::w214953722@student.hccs.edu::a4bcf6b5-258a-4061-a951-7822d8616e66" providerId="AD" clId="Web-{B01CD38A-5E5B-8D34-6824-E9C246A0D410}" dt="2026-04-05T03:19:17.516" v="313"/>
          <ac:inkMkLst>
            <pc:docMk/>
            <pc:sldMk cId="1777576508" sldId="259"/>
            <ac:inkMk id="17" creationId="{EE5F28BE-5313-0101-D582-F7277AE093EB}"/>
          </ac:inkMkLst>
        </pc:inkChg>
      </pc:sldChg>
      <pc:sldChg chg="addSp delSp modSp new">
        <pc:chgData name="troy.nsofor-W214953722" userId="S::w214953722@student.hccs.edu::a4bcf6b5-258a-4061-a951-7822d8616e66" providerId="AD" clId="Web-{B01CD38A-5E5B-8D34-6824-E9C246A0D410}" dt="2026-04-05T03:42:23.377" v="396"/>
        <pc:sldMkLst>
          <pc:docMk/>
          <pc:sldMk cId="2783661342" sldId="260"/>
        </pc:sldMkLst>
        <pc:spChg chg="mod">
          <ac:chgData name="troy.nsofor-W214953722" userId="S::w214953722@student.hccs.edu::a4bcf6b5-258a-4061-a951-7822d8616e66" providerId="AD" clId="Web-{B01CD38A-5E5B-8D34-6824-E9C246A0D410}" dt="2026-04-05T03:25:01.659" v="322" actId="20577"/>
          <ac:spMkLst>
            <pc:docMk/>
            <pc:sldMk cId="2783661342" sldId="260"/>
            <ac:spMk id="2" creationId="{DB5E2A1A-B466-01DD-F914-4CFAA171BEEB}"/>
          </ac:spMkLst>
        </pc:spChg>
        <pc:spChg chg="mod">
          <ac:chgData name="troy.nsofor-W214953722" userId="S::w214953722@student.hccs.edu::a4bcf6b5-258a-4061-a951-7822d8616e66" providerId="AD" clId="Web-{B01CD38A-5E5B-8D34-6824-E9C246A0D410}" dt="2026-04-05T03:25:08.502" v="323" actId="20577"/>
          <ac:spMkLst>
            <pc:docMk/>
            <pc:sldMk cId="2783661342" sldId="260"/>
            <ac:spMk id="3" creationId="{6B5D0CFE-144E-4B0D-8A01-86336DBB71BC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3:34:40.449" v="370" actId="14100"/>
          <ac:spMkLst>
            <pc:docMk/>
            <pc:sldMk cId="2783661342" sldId="260"/>
            <ac:spMk id="4" creationId="{7BFE8F85-0630-FEAC-48E1-AECDFA1CC010}"/>
          </ac:spMkLst>
        </pc:spChg>
        <pc:spChg chg="add mod">
          <ac:chgData name="troy.nsofor-W214953722" userId="S::w214953722@student.hccs.edu::a4bcf6b5-258a-4061-a951-7822d8616e66" providerId="AD" clId="Web-{B01CD38A-5E5B-8D34-6824-E9C246A0D410}" dt="2026-04-05T03:34:57.981" v="374" actId="1076"/>
          <ac:spMkLst>
            <pc:docMk/>
            <pc:sldMk cId="2783661342" sldId="260"/>
            <ac:spMk id="5" creationId="{49F6364C-3372-1EE9-4D1B-8A8422246D37}"/>
          </ac:spMkLst>
        </pc:spChg>
        <pc:spChg chg="add">
          <ac:chgData name="troy.nsofor-W214953722" userId="S::w214953722@student.hccs.edu::a4bcf6b5-258a-4061-a951-7822d8616e66" providerId="AD" clId="Web-{B01CD38A-5E5B-8D34-6824-E9C246A0D410}" dt="2026-04-05T03:42:23.377" v="396"/>
          <ac:spMkLst>
            <pc:docMk/>
            <pc:sldMk cId="2783661342" sldId="260"/>
            <ac:spMk id="20" creationId="{A17D6193-30D1-628C-A565-23A74956CC54}"/>
          </ac:spMkLst>
        </pc:spChg>
        <pc:inkChg chg="add">
          <ac:chgData name="troy.nsofor-W214953722" userId="S::w214953722@student.hccs.edu::a4bcf6b5-258a-4061-a951-7822d8616e66" providerId="AD" clId="Web-{B01CD38A-5E5B-8D34-6824-E9C246A0D410}" dt="2026-04-05T03:35:32.231" v="380"/>
          <ac:inkMkLst>
            <pc:docMk/>
            <pc:sldMk cId="2783661342" sldId="260"/>
            <ac:inkMk id="11" creationId="{3233F840-3F9C-BFC0-151C-89408374BFAE}"/>
          </ac:inkMkLst>
        </pc:inkChg>
      </pc:sldChg>
    </pc:docChg>
  </pc:docChgLst>
  <pc:docChgLst>
    <pc:chgData name="troy.nsofor-W214953722" userId="S::w214953722@student.hccs.edu::a4bcf6b5-258a-4061-a951-7822d8616e66" providerId="AD" clId="Web-{B69DE010-86BB-B03F-9C70-D1A064316E00}"/>
    <pc:docChg chg="modSld">
      <pc:chgData name="troy.nsofor-W214953722" userId="S::w214953722@student.hccs.edu::a4bcf6b5-258a-4061-a951-7822d8616e66" providerId="AD" clId="Web-{B69DE010-86BB-B03F-9C70-D1A064316E00}" dt="2026-04-05T03:54:25.875" v="60"/>
      <pc:docMkLst>
        <pc:docMk/>
      </pc:docMkLst>
      <pc:sldChg chg="addSp delSp modSp">
        <pc:chgData name="troy.nsofor-W214953722" userId="S::w214953722@student.hccs.edu::a4bcf6b5-258a-4061-a951-7822d8616e66" providerId="AD" clId="Web-{B69DE010-86BB-B03F-9C70-D1A064316E00}" dt="2026-04-05T03:53:36.141" v="59"/>
        <pc:sldMkLst>
          <pc:docMk/>
          <pc:sldMk cId="1815685078" sldId="257"/>
        </pc:sldMkLst>
        <pc:spChg chg="mod">
          <ac:chgData name="troy.nsofor-W214953722" userId="S::w214953722@student.hccs.edu::a4bcf6b5-258a-4061-a951-7822d8616e66" providerId="AD" clId="Web-{B69DE010-86BB-B03F-9C70-D1A064316E00}" dt="2026-04-05T03:52:16.687" v="50"/>
          <ac:spMkLst>
            <pc:docMk/>
            <pc:sldMk cId="1815685078" sldId="257"/>
            <ac:spMk id="4" creationId="{A34AECB2-1C97-053F-FC62-C30E63392DB2}"/>
          </ac:spMkLst>
        </pc:spChg>
        <pc:spChg chg="add mod">
          <ac:chgData name="troy.nsofor-W214953722" userId="S::w214953722@student.hccs.edu::a4bcf6b5-258a-4061-a951-7822d8616e66" providerId="AD" clId="Web-{B69DE010-86BB-B03F-9C70-D1A064316E00}" dt="2026-04-05T03:52:08.312" v="48"/>
          <ac:spMkLst>
            <pc:docMk/>
            <pc:sldMk cId="1815685078" sldId="257"/>
            <ac:spMk id="5" creationId="{D5776733-38F4-D0D9-3B57-22E219A325FF}"/>
          </ac:spMkLst>
        </pc:spChg>
        <pc:spChg chg="add mod">
          <ac:chgData name="troy.nsofor-W214953722" userId="S::w214953722@student.hccs.edu::a4bcf6b5-258a-4061-a951-7822d8616e66" providerId="AD" clId="Web-{B69DE010-86BB-B03F-9C70-D1A064316E00}" dt="2026-04-05T03:52:10.375" v="49"/>
          <ac:spMkLst>
            <pc:docMk/>
            <pc:sldMk cId="1815685078" sldId="257"/>
            <ac:spMk id="6" creationId="{BFB73986-F844-B8B4-2068-1122019FE87B}"/>
          </ac:spMkLst>
        </pc:spChg>
        <pc:inkChg chg="add">
          <ac:chgData name="troy.nsofor-W214953722" userId="S::w214953722@student.hccs.edu::a4bcf6b5-258a-4061-a951-7822d8616e66" providerId="AD" clId="Web-{B69DE010-86BB-B03F-9C70-D1A064316E00}" dt="2026-04-05T03:52:28.172" v="51"/>
          <ac:inkMkLst>
            <pc:docMk/>
            <pc:sldMk cId="1815685078" sldId="257"/>
            <ac:inkMk id="7" creationId="{0807A237-6EC9-8A01-D96C-3290AA3C5E0D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52:31.875" v="52"/>
          <ac:inkMkLst>
            <pc:docMk/>
            <pc:sldMk cId="1815685078" sldId="257"/>
            <ac:inkMk id="8" creationId="{D5E6F39C-8961-37EF-1C05-4D35F9F5F346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52:38.984" v="53"/>
          <ac:inkMkLst>
            <pc:docMk/>
            <pc:sldMk cId="1815685078" sldId="257"/>
            <ac:inkMk id="9" creationId="{8466D458-3F28-61BD-5592-06F9ED8742B4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52:42.187" v="54"/>
          <ac:inkMkLst>
            <pc:docMk/>
            <pc:sldMk cId="1815685078" sldId="257"/>
            <ac:inkMk id="10" creationId="{8EF52E19-C877-5D16-7F43-350A100F1706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52:50.906" v="55"/>
          <ac:inkMkLst>
            <pc:docMk/>
            <pc:sldMk cId="1815685078" sldId="257"/>
            <ac:inkMk id="11" creationId="{48C4DB3D-A2C7-3091-EC28-6098ECF52E8C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52:53.187" v="56"/>
          <ac:inkMkLst>
            <pc:docMk/>
            <pc:sldMk cId="1815685078" sldId="257"/>
            <ac:inkMk id="12" creationId="{DDF3A73D-120E-C67E-90C2-7F9BC46BB9EB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53:33.609" v="58"/>
          <ac:inkMkLst>
            <pc:docMk/>
            <pc:sldMk cId="1815685078" sldId="257"/>
            <ac:inkMk id="13" creationId="{BFE295C4-B2D0-7993-3E6D-F05E3DEC9621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53:36.141" v="59"/>
          <ac:inkMkLst>
            <pc:docMk/>
            <pc:sldMk cId="1815685078" sldId="257"/>
            <ac:inkMk id="14" creationId="{663B0D01-E80C-63D8-C898-550ED486B266}"/>
          </ac:inkMkLst>
        </pc:inkChg>
        <pc:inkChg chg="mod">
          <ac:chgData name="troy.nsofor-W214953722" userId="S::w214953722@student.hccs.edu::a4bcf6b5-258a-4061-a951-7822d8616e66" providerId="AD" clId="Web-{B69DE010-86BB-B03F-9C70-D1A064316E00}" dt="2026-04-05T03:50:51.593" v="40" actId="14100"/>
          <ac:inkMkLst>
            <pc:docMk/>
            <pc:sldMk cId="1815685078" sldId="257"/>
            <ac:inkMk id="19" creationId="{E660B098-9021-1A41-0C8C-DA9D205F00D8}"/>
          </ac:inkMkLst>
        </pc:inkChg>
      </pc:sldChg>
      <pc:sldChg chg="addSp">
        <pc:chgData name="troy.nsofor-W214953722" userId="S::w214953722@student.hccs.edu::a4bcf6b5-258a-4061-a951-7822d8616e66" providerId="AD" clId="Web-{B69DE010-86BB-B03F-9C70-D1A064316E00}" dt="2026-04-05T03:49:48.921" v="27"/>
        <pc:sldMkLst>
          <pc:docMk/>
          <pc:sldMk cId="3602265785" sldId="258"/>
        </pc:sldMkLst>
        <pc:inkChg chg="add">
          <ac:chgData name="troy.nsofor-W214953722" userId="S::w214953722@student.hccs.edu::a4bcf6b5-258a-4061-a951-7822d8616e66" providerId="AD" clId="Web-{B69DE010-86BB-B03F-9C70-D1A064316E00}" dt="2026-04-05T03:49:38.827" v="24"/>
          <ac:inkMkLst>
            <pc:docMk/>
            <pc:sldMk cId="3602265785" sldId="258"/>
            <ac:inkMk id="8" creationId="{0173295D-8002-4581-A80A-853871CD7AC4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49:39.608" v="25"/>
          <ac:inkMkLst>
            <pc:docMk/>
            <pc:sldMk cId="3602265785" sldId="258"/>
            <ac:inkMk id="9" creationId="{9EAA07AB-1BE1-7EF3-17DF-67D483697D1D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49:45.733" v="26"/>
          <ac:inkMkLst>
            <pc:docMk/>
            <pc:sldMk cId="3602265785" sldId="258"/>
            <ac:inkMk id="10" creationId="{8A216114-D461-177C-7120-663FDF3235C6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49:48.921" v="27"/>
          <ac:inkMkLst>
            <pc:docMk/>
            <pc:sldMk cId="3602265785" sldId="258"/>
            <ac:inkMk id="11" creationId="{D3AA6A3B-D194-EA92-CD30-3C755FB2CAFC}"/>
          </ac:inkMkLst>
        </pc:inkChg>
      </pc:sldChg>
      <pc:sldChg chg="addSp modSp">
        <pc:chgData name="troy.nsofor-W214953722" userId="S::w214953722@student.hccs.edu::a4bcf6b5-258a-4061-a951-7822d8616e66" providerId="AD" clId="Web-{B69DE010-86BB-B03F-9C70-D1A064316E00}" dt="2026-04-05T03:54:25.875" v="60"/>
        <pc:sldMkLst>
          <pc:docMk/>
          <pc:sldMk cId="2783661342" sldId="260"/>
        </pc:sldMkLst>
        <pc:spChg chg="mod">
          <ac:chgData name="troy.nsofor-W214953722" userId="S::w214953722@student.hccs.edu::a4bcf6b5-258a-4061-a951-7822d8616e66" providerId="AD" clId="Web-{B69DE010-86BB-B03F-9C70-D1A064316E00}" dt="2026-04-05T03:45:57.718" v="22"/>
          <ac:spMkLst>
            <pc:docMk/>
            <pc:sldMk cId="2783661342" sldId="260"/>
            <ac:spMk id="3" creationId="{6B5D0CFE-144E-4B0D-8A01-86336DBB71BC}"/>
          </ac:spMkLst>
        </pc:spChg>
        <pc:spChg chg="mod">
          <ac:chgData name="troy.nsofor-W214953722" userId="S::w214953722@student.hccs.edu::a4bcf6b5-258a-4061-a951-7822d8616e66" providerId="AD" clId="Web-{B69DE010-86BB-B03F-9C70-D1A064316E00}" dt="2026-04-05T03:45:02.624" v="19"/>
          <ac:spMkLst>
            <pc:docMk/>
            <pc:sldMk cId="2783661342" sldId="260"/>
            <ac:spMk id="4" creationId="{7BFE8F85-0630-FEAC-48E1-AECDFA1CC010}"/>
          </ac:spMkLst>
        </pc:spChg>
        <pc:spChg chg="mod">
          <ac:chgData name="troy.nsofor-W214953722" userId="S::w214953722@student.hccs.edu::a4bcf6b5-258a-4061-a951-7822d8616e66" providerId="AD" clId="Web-{B69DE010-86BB-B03F-9C70-D1A064316E00}" dt="2026-04-05T03:45:08.889" v="20"/>
          <ac:spMkLst>
            <pc:docMk/>
            <pc:sldMk cId="2783661342" sldId="260"/>
            <ac:spMk id="5" creationId="{49F6364C-3372-1EE9-4D1B-8A8422246D37}"/>
          </ac:spMkLst>
        </pc:spChg>
        <pc:spChg chg="add mod">
          <ac:chgData name="troy.nsofor-W214953722" userId="S::w214953722@student.hccs.edu::a4bcf6b5-258a-4061-a951-7822d8616e66" providerId="AD" clId="Web-{B69DE010-86BB-B03F-9C70-D1A064316E00}" dt="2026-04-05T03:44:16.811" v="12"/>
          <ac:spMkLst>
            <pc:docMk/>
            <pc:sldMk cId="2783661342" sldId="260"/>
            <ac:spMk id="6" creationId="{0DAA686C-666C-9870-56F6-97E5B85DC64C}"/>
          </ac:spMkLst>
        </pc:spChg>
        <pc:spChg chg="mod">
          <ac:chgData name="troy.nsofor-W214953722" userId="S::w214953722@student.hccs.edu::a4bcf6b5-258a-4061-a951-7822d8616e66" providerId="AD" clId="Web-{B69DE010-86BB-B03F-9C70-D1A064316E00}" dt="2026-04-05T03:44:19.467" v="13"/>
          <ac:spMkLst>
            <pc:docMk/>
            <pc:sldMk cId="2783661342" sldId="260"/>
            <ac:spMk id="20" creationId="{A17D6193-30D1-628C-A565-23A74956CC54}"/>
          </ac:spMkLst>
        </pc:spChg>
        <pc:inkChg chg="add">
          <ac:chgData name="troy.nsofor-W214953722" userId="S::w214953722@student.hccs.edu::a4bcf6b5-258a-4061-a951-7822d8616e66" providerId="AD" clId="Web-{B69DE010-86BB-B03F-9C70-D1A064316E00}" dt="2026-04-05T03:44:28.421" v="14"/>
          <ac:inkMkLst>
            <pc:docMk/>
            <pc:sldMk cId="2783661342" sldId="260"/>
            <ac:inkMk id="7" creationId="{5E5AAC91-C7F4-2816-7B75-97CA40C6EDCF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44:34.796" v="15"/>
          <ac:inkMkLst>
            <pc:docMk/>
            <pc:sldMk cId="2783661342" sldId="260"/>
            <ac:inkMk id="8" creationId="{386B9A26-0466-39FA-5AB5-8FE9F1A77780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44:39.686" v="16"/>
          <ac:inkMkLst>
            <pc:docMk/>
            <pc:sldMk cId="2783661342" sldId="260"/>
            <ac:inkMk id="9" creationId="{EF8720AE-AC23-7FEF-C989-BE230CEF8EEE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44:43.671" v="17"/>
          <ac:inkMkLst>
            <pc:docMk/>
            <pc:sldMk cId="2783661342" sldId="260"/>
            <ac:inkMk id="10" creationId="{991C6DC3-1D99-A521-991A-97D665EFC79B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44:50.671" v="18"/>
          <ac:inkMkLst>
            <pc:docMk/>
            <pc:sldMk cId="2783661342" sldId="260"/>
            <ac:inkMk id="15" creationId="{22158007-AF35-8259-0319-3287950DC67D}"/>
          </ac:inkMkLst>
        </pc:inkChg>
        <pc:inkChg chg="add">
          <ac:chgData name="troy.nsofor-W214953722" userId="S::w214953722@student.hccs.edu::a4bcf6b5-258a-4061-a951-7822d8616e66" providerId="AD" clId="Web-{B69DE010-86BB-B03F-9C70-D1A064316E00}" dt="2026-04-05T03:54:25.875" v="60"/>
          <ac:inkMkLst>
            <pc:docMk/>
            <pc:sldMk cId="2783661342" sldId="260"/>
            <ac:inkMk id="16" creationId="{CF1E460C-A987-F114-CFC2-46D43A8C5062}"/>
          </ac:inkMkLst>
        </pc:inkChg>
      </pc:sldChg>
    </pc:docChg>
  </pc:docChgLst>
  <pc:docChgLst>
    <pc:chgData name="troy.nsofor-W214953722" userId="S::w214953722@student.hccs.edu::a4bcf6b5-258a-4061-a951-7822d8616e66" providerId="AD" clId="Web-{67DD1791-4334-FF8B-6294-BE8534600CEE}"/>
    <pc:docChg chg="modSld">
      <pc:chgData name="troy.nsofor-W214953722" userId="S::w214953722@student.hccs.edu::a4bcf6b5-258a-4061-a951-7822d8616e66" providerId="AD" clId="Web-{67DD1791-4334-FF8B-6294-BE8534600CEE}" dt="2026-04-07T00:19:11.872" v="32" actId="1076"/>
      <pc:docMkLst>
        <pc:docMk/>
      </pc:docMkLst>
      <pc:sldChg chg="addSp modSp">
        <pc:chgData name="troy.nsofor-W214953722" userId="S::w214953722@student.hccs.edu::a4bcf6b5-258a-4061-a951-7822d8616e66" providerId="AD" clId="Web-{67DD1791-4334-FF8B-6294-BE8534600CEE}" dt="2026-04-07T00:19:11.872" v="32" actId="1076"/>
        <pc:sldMkLst>
          <pc:docMk/>
          <pc:sldMk cId="1815685078" sldId="257"/>
        </pc:sldMkLst>
        <pc:spChg chg="add mod">
          <ac:chgData name="troy.nsofor-W214953722" userId="S::w214953722@student.hccs.edu::a4bcf6b5-258a-4061-a951-7822d8616e66" providerId="AD" clId="Web-{67DD1791-4334-FF8B-6294-BE8534600CEE}" dt="2026-04-07T00:19:11.872" v="32" actId="1076"/>
          <ac:spMkLst>
            <pc:docMk/>
            <pc:sldMk cId="1815685078" sldId="257"/>
            <ac:spMk id="15" creationId="{97CE19A1-BAC5-B6B6-A2ED-035E51341D99}"/>
          </ac:spMkLst>
        </pc:spChg>
      </pc:sldChg>
      <pc:sldChg chg="modSp">
        <pc:chgData name="troy.nsofor-W214953722" userId="S::w214953722@student.hccs.edu::a4bcf6b5-258a-4061-a951-7822d8616e66" providerId="AD" clId="Web-{67DD1791-4334-FF8B-6294-BE8534600CEE}" dt="2026-04-07T00:17:30.341" v="7" actId="1076"/>
        <pc:sldMkLst>
          <pc:docMk/>
          <pc:sldMk cId="2783661342" sldId="260"/>
        </pc:sldMkLst>
        <pc:spChg chg="mod">
          <ac:chgData name="troy.nsofor-W214953722" userId="S::w214953722@student.hccs.edu::a4bcf6b5-258a-4061-a951-7822d8616e66" providerId="AD" clId="Web-{67DD1791-4334-FF8B-6294-BE8534600CEE}" dt="2026-04-07T00:17:30.341" v="7" actId="1076"/>
          <ac:spMkLst>
            <pc:docMk/>
            <pc:sldMk cId="2783661342" sldId="260"/>
            <ac:spMk id="25" creationId="{4AF172EA-094F-ECFB-32F8-038F7032B387}"/>
          </ac:spMkLst>
        </pc:spChg>
      </pc:sldChg>
      <pc:sldChg chg="addSp delSp modSp">
        <pc:chgData name="troy.nsofor-W214953722" userId="S::w214953722@student.hccs.edu::a4bcf6b5-258a-4061-a951-7822d8616e66" providerId="AD" clId="Web-{67DD1791-4334-FF8B-6294-BE8534600CEE}" dt="2026-04-07T00:18:00.137" v="14"/>
        <pc:sldMkLst>
          <pc:docMk/>
          <pc:sldMk cId="3861835164" sldId="261"/>
        </pc:sldMkLst>
        <pc:spChg chg="add mod">
          <ac:chgData name="troy.nsofor-W214953722" userId="S::w214953722@student.hccs.edu::a4bcf6b5-258a-4061-a951-7822d8616e66" providerId="AD" clId="Web-{67DD1791-4334-FF8B-6294-BE8534600CEE}" dt="2026-04-07T00:18:00.137" v="14"/>
          <ac:spMkLst>
            <pc:docMk/>
            <pc:sldMk cId="3861835164" sldId="261"/>
            <ac:spMk id="30" creationId="{327AD793-A2EF-18A1-5881-18A1F8EC874B}"/>
          </ac:spMkLst>
        </pc:spChg>
        <pc:inkChg chg="del">
          <ac:chgData name="troy.nsofor-W214953722" userId="S::w214953722@student.hccs.edu::a4bcf6b5-258a-4061-a951-7822d8616e66" providerId="AD" clId="Web-{67DD1791-4334-FF8B-6294-BE8534600CEE}" dt="2026-04-07T00:17:41.497" v="8"/>
          <ac:inkMkLst>
            <pc:docMk/>
            <pc:sldMk cId="3861835164" sldId="261"/>
            <ac:inkMk id="11" creationId="{2A019C18-2101-89B9-5549-2D8889D81754}"/>
          </ac:inkMkLst>
        </pc:inkChg>
      </pc:sldChg>
      <pc:sldChg chg="addSp delSp modSp">
        <pc:chgData name="troy.nsofor-W214953722" userId="S::w214953722@student.hccs.edu::a4bcf6b5-258a-4061-a951-7822d8616e66" providerId="AD" clId="Web-{67DD1791-4334-FF8B-6294-BE8534600CEE}" dt="2026-04-07T00:18:34.637" v="23" actId="1076"/>
        <pc:sldMkLst>
          <pc:docMk/>
          <pc:sldMk cId="2539053510" sldId="262"/>
        </pc:sldMkLst>
        <pc:spChg chg="mod">
          <ac:chgData name="troy.nsofor-W214953722" userId="S::w214953722@student.hccs.edu::a4bcf6b5-258a-4061-a951-7822d8616e66" providerId="AD" clId="Web-{67DD1791-4334-FF8B-6294-BE8534600CEE}" dt="2026-04-07T00:18:19.887" v="19" actId="1076"/>
          <ac:spMkLst>
            <pc:docMk/>
            <pc:sldMk cId="2539053510" sldId="262"/>
            <ac:spMk id="4" creationId="{CEEC0249-3704-C9F4-18BD-06874AC12B56}"/>
          </ac:spMkLst>
        </pc:spChg>
        <pc:spChg chg="add mod">
          <ac:chgData name="troy.nsofor-W214953722" userId="S::w214953722@student.hccs.edu::a4bcf6b5-258a-4061-a951-7822d8616e66" providerId="AD" clId="Web-{67DD1791-4334-FF8B-6294-BE8534600CEE}" dt="2026-04-07T00:18:34.637" v="23" actId="1076"/>
          <ac:spMkLst>
            <pc:docMk/>
            <pc:sldMk cId="2539053510" sldId="262"/>
            <ac:spMk id="9" creationId="{40E137B5-7427-C879-AA24-65F3DAF2F513}"/>
          </ac:spMkLst>
        </pc:spChg>
        <pc:inkChg chg="del">
          <ac:chgData name="troy.nsofor-W214953722" userId="S::w214953722@student.hccs.edu::a4bcf6b5-258a-4061-a951-7822d8616e66" providerId="AD" clId="Web-{67DD1791-4334-FF8B-6294-BE8534600CEE}" dt="2026-04-07T00:18:06.325" v="15"/>
          <ac:inkMkLst>
            <pc:docMk/>
            <pc:sldMk cId="2539053510" sldId="262"/>
            <ac:inkMk id="13" creationId="{DCFCC44D-2756-8CB9-A568-4DC3B80FB320}"/>
          </ac:inkMkLst>
        </pc:inkChg>
      </pc:sldChg>
    </pc:docChg>
  </pc:docChgLst>
  <pc:docChgLst>
    <pc:chgData name="troy.nsofor-W214953722" userId="S::w214953722@student.hccs.edu::a4bcf6b5-258a-4061-a951-7822d8616e66" providerId="AD" clId="Web-{8D4A8C04-A9B6-DA10-1931-6634E87D2B29}"/>
    <pc:docChg chg="addSld delSld modSld">
      <pc:chgData name="troy.nsofor-W214953722" userId="S::w214953722@student.hccs.edu::a4bcf6b5-258a-4061-a951-7822d8616e66" providerId="AD" clId="Web-{8D4A8C04-A9B6-DA10-1931-6634E87D2B29}" dt="2026-04-07T00:16:40.040" v="1285"/>
      <pc:docMkLst>
        <pc:docMk/>
      </pc:docMkLst>
      <pc:sldChg chg="addSp modSp">
        <pc:chgData name="troy.nsofor-W214953722" userId="S::w214953722@student.hccs.edu::a4bcf6b5-258a-4061-a951-7822d8616e66" providerId="AD" clId="Web-{8D4A8C04-A9B6-DA10-1931-6634E87D2B29}" dt="2026-04-06T23:49:23.326" v="948" actId="14100"/>
        <pc:sldMkLst>
          <pc:docMk/>
          <pc:sldMk cId="3602265785" sldId="258"/>
        </pc:sldMkLst>
        <pc:spChg chg="mod">
          <ac:chgData name="troy.nsofor-W214953722" userId="S::w214953722@student.hccs.edu::a4bcf6b5-258a-4061-a951-7822d8616e66" providerId="AD" clId="Web-{8D4A8C04-A9B6-DA10-1931-6634E87D2B29}" dt="2026-04-06T23:33:50.782" v="830" actId="20577"/>
          <ac:spMkLst>
            <pc:docMk/>
            <pc:sldMk cId="3602265785" sldId="258"/>
            <ac:spMk id="3" creationId="{6C53FA08-E099-C22D-E79B-097B0B99A200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37:27.096" v="863" actId="14100"/>
          <ac:spMkLst>
            <pc:docMk/>
            <pc:sldMk cId="3602265785" sldId="258"/>
            <ac:spMk id="14" creationId="{2C9AE15C-D184-5E47-770B-9AF09F9F1301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33:59.469" v="833"/>
          <ac:spMkLst>
            <pc:docMk/>
            <pc:sldMk cId="3602265785" sldId="258"/>
            <ac:spMk id="17" creationId="{85664CD7-1A74-0905-C137-AC17A8D0E39D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48:14.498" v="934" actId="14100"/>
          <ac:spMkLst>
            <pc:docMk/>
            <pc:sldMk cId="3602265785" sldId="258"/>
            <ac:spMk id="18" creationId="{6D762BFF-A3C9-3D38-1016-A4441A48F10E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48:05.591" v="932"/>
          <ac:spMkLst>
            <pc:docMk/>
            <pc:sldMk cId="3602265785" sldId="258"/>
            <ac:spMk id="20" creationId="{87CF5411-38C2-A149-1D90-94BE05464D59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48:55.029" v="941"/>
          <ac:spMkLst>
            <pc:docMk/>
            <pc:sldMk cId="3602265785" sldId="258"/>
            <ac:spMk id="21" creationId="{96426381-EEB3-7501-4AD9-F2E0D6A7210E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49:23.326" v="948" actId="14100"/>
          <ac:spMkLst>
            <pc:docMk/>
            <pc:sldMk cId="3602265785" sldId="258"/>
            <ac:spMk id="22" creationId="{8FAC7C6D-2434-6B1F-481F-A6D055C63C15}"/>
          </ac:spMkLst>
        </pc:spChg>
      </pc:sldChg>
      <pc:sldChg chg="addSp delSp modSp">
        <pc:chgData name="troy.nsofor-W214953722" userId="S::w214953722@student.hccs.edu::a4bcf6b5-258a-4061-a951-7822d8616e66" providerId="AD" clId="Web-{8D4A8C04-A9B6-DA10-1931-6634E87D2B29}" dt="2026-04-07T00:09:48.816" v="1247" actId="20577"/>
        <pc:sldMkLst>
          <pc:docMk/>
          <pc:sldMk cId="1777576508" sldId="259"/>
        </pc:sldMkLst>
        <pc:spChg chg="mod">
          <ac:chgData name="troy.nsofor-W214953722" userId="S::w214953722@student.hccs.edu::a4bcf6b5-258a-4061-a951-7822d8616e66" providerId="AD" clId="Web-{8D4A8C04-A9B6-DA10-1931-6634E87D2B29}" dt="2026-04-06T23:40:51.789" v="872" actId="20577"/>
          <ac:spMkLst>
            <pc:docMk/>
            <pc:sldMk cId="1777576508" sldId="259"/>
            <ac:spMk id="3" creationId="{67441A40-43ED-E4AE-82DE-B84F8E1BABAC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45:43.715" v="915" actId="20577"/>
          <ac:spMkLst>
            <pc:docMk/>
            <pc:sldMk cId="1777576508" sldId="259"/>
            <ac:spMk id="4" creationId="{B21AD7F3-FEF2-757B-01F3-C5695561A643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42:05.556" v="879"/>
          <ac:spMkLst>
            <pc:docMk/>
            <pc:sldMk cId="1777576508" sldId="259"/>
            <ac:spMk id="5" creationId="{150B44A1-2C63-2503-66FA-AB20830DC8D8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7T00:09:48.816" v="1247" actId="20577"/>
          <ac:spMkLst>
            <pc:docMk/>
            <pc:sldMk cId="1777576508" sldId="259"/>
            <ac:spMk id="6" creationId="{7E96E138-B638-A3B7-B880-65E7551657A6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6T23:44:11.261" v="897"/>
          <ac:spMkLst>
            <pc:docMk/>
            <pc:sldMk cId="1777576508" sldId="259"/>
            <ac:spMk id="8" creationId="{4EC94561-735E-D712-84F5-D7BEE1796EC5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45:20.183" v="910" actId="1076"/>
          <ac:spMkLst>
            <pc:docMk/>
            <pc:sldMk cId="1777576508" sldId="259"/>
            <ac:spMk id="9" creationId="{AE1E03DC-6D68-BF07-47F1-D1E0483FC152}"/>
          </ac:spMkLst>
        </pc:spChg>
        <pc:spChg chg="add del">
          <ac:chgData name="troy.nsofor-W214953722" userId="S::w214953722@student.hccs.edu::a4bcf6b5-258a-4061-a951-7822d8616e66" providerId="AD" clId="Web-{8D4A8C04-A9B6-DA10-1931-6634E87D2B29}" dt="2026-04-06T23:45:31.199" v="912"/>
          <ac:spMkLst>
            <pc:docMk/>
            <pc:sldMk cId="1777576508" sldId="259"/>
            <ac:spMk id="10" creationId="{F924D45E-0DFE-6241-CCC3-46E654E91A4C}"/>
          </ac:spMkLst>
        </pc:spChg>
      </pc:sldChg>
      <pc:sldChg chg="addSp delSp modSp">
        <pc:chgData name="troy.nsofor-W214953722" userId="S::w214953722@student.hccs.edu::a4bcf6b5-258a-4061-a951-7822d8616e66" providerId="AD" clId="Web-{8D4A8C04-A9B6-DA10-1931-6634E87D2B29}" dt="2026-04-07T00:16:40.040" v="1285"/>
        <pc:sldMkLst>
          <pc:docMk/>
          <pc:sldMk cId="2783661342" sldId="260"/>
        </pc:sldMkLst>
        <pc:spChg chg="mod">
          <ac:chgData name="troy.nsofor-W214953722" userId="S::w214953722@student.hccs.edu::a4bcf6b5-258a-4061-a951-7822d8616e66" providerId="AD" clId="Web-{8D4A8C04-A9B6-DA10-1931-6634E87D2B29}" dt="2026-04-07T00:10:15.300" v="1251" actId="20577"/>
          <ac:spMkLst>
            <pc:docMk/>
            <pc:sldMk cId="2783661342" sldId="260"/>
            <ac:spMk id="4" creationId="{7BFE8F85-0630-FEAC-48E1-AECDFA1CC010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51:52.874" v="982"/>
          <ac:spMkLst>
            <pc:docMk/>
            <pc:sldMk cId="2783661342" sldId="260"/>
            <ac:spMk id="17" creationId="{4D2688DC-9623-3077-2934-70A3D4D854D8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51:54.640" v="983"/>
          <ac:spMkLst>
            <pc:docMk/>
            <pc:sldMk cId="2783661342" sldId="260"/>
            <ac:spMk id="18" creationId="{9CD5632B-1C40-0469-FEBD-9A5032FF36B6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51:56.577" v="984"/>
          <ac:spMkLst>
            <pc:docMk/>
            <pc:sldMk cId="2783661342" sldId="260"/>
            <ac:spMk id="21" creationId="{03E52FA2-E1D8-FFB9-4537-E4E09436C1D3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51:58.296" v="985"/>
          <ac:spMkLst>
            <pc:docMk/>
            <pc:sldMk cId="2783661342" sldId="260"/>
            <ac:spMk id="22" creationId="{E48769E8-ED5D-BF69-F82A-7AE560C60A35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7T00:16:08.398" v="1282"/>
          <ac:spMkLst>
            <pc:docMk/>
            <pc:sldMk cId="2783661342" sldId="260"/>
            <ac:spMk id="23" creationId="{FB10E723-6716-5ECC-5B4B-4DD2A67239F8}"/>
          </ac:spMkLst>
        </pc:spChg>
        <pc:spChg chg="add">
          <ac:chgData name="troy.nsofor-W214953722" userId="S::w214953722@student.hccs.edu::a4bcf6b5-258a-4061-a951-7822d8616e66" providerId="AD" clId="Web-{8D4A8C04-A9B6-DA10-1931-6634E87D2B29}" dt="2026-04-07T00:16:40.040" v="1285"/>
          <ac:spMkLst>
            <pc:docMk/>
            <pc:sldMk cId="2783661342" sldId="260"/>
            <ac:spMk id="25" creationId="{4AF172EA-094F-ECFB-32F8-038F7032B387}"/>
          </ac:spMkLst>
        </pc:spChg>
        <pc:inkChg chg="del">
          <ac:chgData name="troy.nsofor-W214953722" userId="S::w214953722@student.hccs.edu::a4bcf6b5-258a-4061-a951-7822d8616e66" providerId="AD" clId="Web-{8D4A8C04-A9B6-DA10-1931-6634E87D2B29}" dt="2026-04-06T23:50:10.577" v="955"/>
          <ac:inkMkLst>
            <pc:docMk/>
            <pc:sldMk cId="2783661342" sldId="260"/>
            <ac:inkMk id="12" creationId="{1F55C71F-0B00-68AA-66CA-7CDCAC0EDAFD}"/>
          </ac:inkMkLst>
        </pc:inkChg>
        <pc:inkChg chg="del">
          <ac:chgData name="troy.nsofor-W214953722" userId="S::w214953722@student.hccs.edu::a4bcf6b5-258a-4061-a951-7822d8616e66" providerId="AD" clId="Web-{8D4A8C04-A9B6-DA10-1931-6634E87D2B29}" dt="2026-04-06T23:50:14.577" v="956"/>
          <ac:inkMkLst>
            <pc:docMk/>
            <pc:sldMk cId="2783661342" sldId="260"/>
            <ac:inkMk id="13" creationId="{FC42C037-8AAB-85B7-05D7-B476B09A57A3}"/>
          </ac:inkMkLst>
        </pc:inkChg>
        <pc:inkChg chg="add del">
          <ac:chgData name="troy.nsofor-W214953722" userId="S::w214953722@student.hccs.edu::a4bcf6b5-258a-4061-a951-7822d8616e66" providerId="AD" clId="Web-{8D4A8C04-A9B6-DA10-1931-6634E87D2B29}" dt="2026-04-06T23:50:01.998" v="953"/>
          <ac:inkMkLst>
            <pc:docMk/>
            <pc:sldMk cId="2783661342" sldId="260"/>
            <ac:inkMk id="14" creationId="{0E5B4ED0-35A1-DC4A-0DED-7C471E2C5B23}"/>
          </ac:inkMkLst>
        </pc:inkChg>
        <pc:inkChg chg="add del">
          <ac:chgData name="troy.nsofor-W214953722" userId="S::w214953722@student.hccs.edu::a4bcf6b5-258a-4061-a951-7822d8616e66" providerId="AD" clId="Web-{8D4A8C04-A9B6-DA10-1931-6634E87D2B29}" dt="2026-04-06T23:50:05.295" v="954"/>
          <ac:inkMkLst>
            <pc:docMk/>
            <pc:sldMk cId="2783661342" sldId="260"/>
            <ac:inkMk id="19" creationId="{7BF21763-02EF-C708-3B00-D40204142514}"/>
          </ac:inkMkLst>
        </pc:inkChg>
        <pc:inkChg chg="add del">
          <ac:chgData name="troy.nsofor-W214953722" userId="S::w214953722@student.hccs.edu::a4bcf6b5-258a-4061-a951-7822d8616e66" providerId="AD" clId="Web-{8D4A8C04-A9B6-DA10-1931-6634E87D2B29}" dt="2026-04-07T00:16:36.118" v="1284"/>
          <ac:inkMkLst>
            <pc:docMk/>
            <pc:sldMk cId="2783661342" sldId="260"/>
            <ac:inkMk id="24" creationId="{3C56D13A-D455-31D2-315B-3237E911DFF4}"/>
          </ac:inkMkLst>
        </pc:inkChg>
      </pc:sldChg>
      <pc:sldChg chg="addSp modSp">
        <pc:chgData name="troy.nsofor-W214953722" userId="S::w214953722@student.hccs.edu::a4bcf6b5-258a-4061-a951-7822d8616e66" providerId="AD" clId="Web-{8D4A8C04-A9B6-DA10-1931-6634E87D2B29}" dt="2026-04-07T00:15:03.193" v="1274" actId="20577"/>
        <pc:sldMkLst>
          <pc:docMk/>
          <pc:sldMk cId="3861835164" sldId="261"/>
        </pc:sldMkLst>
        <pc:spChg chg="mod">
          <ac:chgData name="troy.nsofor-W214953722" userId="S::w214953722@student.hccs.edu::a4bcf6b5-258a-4061-a951-7822d8616e66" providerId="AD" clId="Web-{8D4A8C04-A9B6-DA10-1931-6634E87D2B29}" dt="2026-04-06T23:33:20.016" v="824" actId="20577"/>
          <ac:spMkLst>
            <pc:docMk/>
            <pc:sldMk cId="3861835164" sldId="261"/>
            <ac:spMk id="3" creationId="{24B8C910-B4F4-50BC-A228-0B369A487FDC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7T00:15:03.193" v="1274" actId="20577"/>
          <ac:spMkLst>
            <pc:docMk/>
            <pc:sldMk cId="3861835164" sldId="261"/>
            <ac:spMk id="25" creationId="{83A34FF6-80B0-F248-0F86-ABDEBB39FC92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30:37.077" v="818"/>
          <ac:spMkLst>
            <pc:docMk/>
            <pc:sldMk cId="3861835164" sldId="261"/>
            <ac:spMk id="26" creationId="{BC148916-CB8F-40EE-F22E-B320FB986829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7T00:01:35.509" v="1148" actId="20577"/>
          <ac:spMkLst>
            <pc:docMk/>
            <pc:sldMk cId="3861835164" sldId="261"/>
            <ac:spMk id="27" creationId="{1EF0AF09-73A5-06FC-38EE-39B7D19A642A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30:37.686" v="819"/>
          <ac:spMkLst>
            <pc:docMk/>
            <pc:sldMk cId="3861835164" sldId="261"/>
            <ac:spMk id="28" creationId="{512AACDA-E4A8-6FF4-2EF6-69C5AF2F5CD0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33:30.750" v="827"/>
          <ac:spMkLst>
            <pc:docMk/>
            <pc:sldMk cId="3861835164" sldId="261"/>
            <ac:spMk id="29" creationId="{8145FE9C-E242-E2D5-7A53-091102108C17}"/>
          </ac:spMkLst>
        </pc:spChg>
      </pc:sldChg>
      <pc:sldChg chg="modSp">
        <pc:chgData name="troy.nsofor-W214953722" userId="S::w214953722@student.hccs.edu::a4bcf6b5-258a-4061-a951-7822d8616e66" providerId="AD" clId="Web-{8D4A8C04-A9B6-DA10-1931-6634E87D2B29}" dt="2026-04-07T00:14:44.037" v="1273" actId="20577"/>
        <pc:sldMkLst>
          <pc:docMk/>
          <pc:sldMk cId="2539053510" sldId="262"/>
        </pc:sldMkLst>
        <pc:spChg chg="mod">
          <ac:chgData name="troy.nsofor-W214953722" userId="S::w214953722@student.hccs.edu::a4bcf6b5-258a-4061-a951-7822d8616e66" providerId="AD" clId="Web-{8D4A8C04-A9B6-DA10-1931-6634E87D2B29}" dt="2026-04-07T00:14:44.037" v="1273" actId="20577"/>
          <ac:spMkLst>
            <pc:docMk/>
            <pc:sldMk cId="2539053510" sldId="262"/>
            <ac:spMk id="3" creationId="{0838ED70-8709-D426-8D6B-225D36BBAE97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47:04.934" v="923"/>
          <ac:spMkLst>
            <pc:docMk/>
            <pc:sldMk cId="2539053510" sldId="262"/>
            <ac:spMk id="4" creationId="{CEEC0249-3704-C9F4-18BD-06874AC12B56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46:51.153" v="917"/>
          <ac:spMkLst>
            <pc:docMk/>
            <pc:sldMk cId="2539053510" sldId="262"/>
            <ac:spMk id="5" creationId="{ACF05E2F-FE2C-24ED-82C0-1649551D0954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46:53.122" v="918"/>
          <ac:spMkLst>
            <pc:docMk/>
            <pc:sldMk cId="2539053510" sldId="262"/>
            <ac:spMk id="6" creationId="{ABEA6B01-518A-4964-1BAD-C3607925244A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47:00.606" v="921"/>
          <ac:spMkLst>
            <pc:docMk/>
            <pc:sldMk cId="2539053510" sldId="262"/>
            <ac:spMk id="7" creationId="{3C3D69ED-6599-2AF9-C7DA-C963D2F359C1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46:55.028" v="919"/>
          <ac:spMkLst>
            <pc:docMk/>
            <pc:sldMk cId="2539053510" sldId="262"/>
            <ac:spMk id="8" creationId="{0CB24DED-1018-DD36-35FB-09A28F548F88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46:58.372" v="920"/>
          <ac:spMkLst>
            <pc:docMk/>
            <pc:sldMk cId="2539053510" sldId="262"/>
            <ac:spMk id="10" creationId="{2BFD6A5E-586B-085D-B72E-12EA7C7CCAE6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47:03.169" v="922"/>
          <ac:spMkLst>
            <pc:docMk/>
            <pc:sldMk cId="2539053510" sldId="262"/>
            <ac:spMk id="16" creationId="{EBA19EE4-20E5-E6EA-AF25-73D0EDE5FD5B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30:46.921" v="820"/>
          <ac:spMkLst>
            <pc:docMk/>
            <pc:sldMk cId="2539053510" sldId="262"/>
            <ac:spMk id="22" creationId="{B52CF532-75B6-F815-A10B-BA47AC5B4297}"/>
          </ac:spMkLst>
        </pc:spChg>
      </pc:sldChg>
      <pc:sldChg chg="del">
        <pc:chgData name="troy.nsofor-W214953722" userId="S::w214953722@student.hccs.edu::a4bcf6b5-258a-4061-a951-7822d8616e66" providerId="AD" clId="Web-{8D4A8C04-A9B6-DA10-1931-6634E87D2B29}" dt="2026-04-06T23:04:11.740" v="257"/>
        <pc:sldMkLst>
          <pc:docMk/>
          <pc:sldMk cId="1007507936" sldId="264"/>
        </pc:sldMkLst>
      </pc:sldChg>
      <pc:sldChg chg="addSp delSp modSp new">
        <pc:chgData name="troy.nsofor-W214953722" userId="S::w214953722@student.hccs.edu::a4bcf6b5-258a-4061-a951-7822d8616e66" providerId="AD" clId="Web-{8D4A8C04-A9B6-DA10-1931-6634E87D2B29}" dt="2026-04-07T00:12:01.598" v="1268" actId="20577"/>
        <pc:sldMkLst>
          <pc:docMk/>
          <pc:sldMk cId="755384103" sldId="265"/>
        </pc:sldMkLst>
        <pc:spChg chg="mod">
          <ac:chgData name="troy.nsofor-W214953722" userId="S::w214953722@student.hccs.edu::a4bcf6b5-258a-4061-a951-7822d8616e66" providerId="AD" clId="Web-{8D4A8C04-A9B6-DA10-1931-6634E87D2B29}" dt="2026-04-06T22:40:34.113" v="4" actId="20577"/>
          <ac:spMkLst>
            <pc:docMk/>
            <pc:sldMk cId="755384103" sldId="265"/>
            <ac:spMk id="2" creationId="{CACF58FA-1E1F-4401-2C26-D1356F026BE1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2:48:09.150" v="103" actId="20577"/>
          <ac:spMkLst>
            <pc:docMk/>
            <pc:sldMk cId="755384103" sldId="265"/>
            <ac:spMk id="3" creationId="{852182B7-9294-BC5F-ADAD-45049FA0BE3C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06:23.565" v="1228" actId="20577"/>
          <ac:spMkLst>
            <pc:docMk/>
            <pc:sldMk cId="755384103" sldId="265"/>
            <ac:spMk id="4" creationId="{20DE178E-1DE3-2745-A0F9-7A8BCC515471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6T22:41:27.536" v="14"/>
          <ac:spMkLst>
            <pc:docMk/>
            <pc:sldMk cId="755384103" sldId="265"/>
            <ac:spMk id="5" creationId="{FC3502E9-CF51-FA25-50A9-459E096E1FEB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29:59.248" v="811"/>
          <ac:spMkLst>
            <pc:docMk/>
            <pc:sldMk cId="755384103" sldId="265"/>
            <ac:spMk id="6" creationId="{07BD78FF-2BEA-CE74-182C-9D231E31B023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6T22:42:53.911" v="32"/>
          <ac:spMkLst>
            <pc:docMk/>
            <pc:sldMk cId="755384103" sldId="265"/>
            <ac:spMk id="7" creationId="{359A1860-CAC0-69D2-6FCC-82A6CD34C2E4}"/>
          </ac:spMkLst>
        </pc:spChg>
        <pc:spChg chg="add del">
          <ac:chgData name="troy.nsofor-W214953722" userId="S::w214953722@student.hccs.edu::a4bcf6b5-258a-4061-a951-7822d8616e66" providerId="AD" clId="Web-{8D4A8C04-A9B6-DA10-1931-6634E87D2B29}" dt="2026-04-06T22:43:14.146" v="37"/>
          <ac:spMkLst>
            <pc:docMk/>
            <pc:sldMk cId="755384103" sldId="265"/>
            <ac:spMk id="8" creationId="{83924EC6-72D6-906B-820B-A253E9E63E49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6T22:43:33.349" v="42"/>
          <ac:spMkLst>
            <pc:docMk/>
            <pc:sldMk cId="755384103" sldId="265"/>
            <ac:spMk id="9" creationId="{2F0947A6-1C0B-A621-6935-FE78DC46BA66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2:43:56.834" v="54" actId="20577"/>
          <ac:spMkLst>
            <pc:docMk/>
            <pc:sldMk cId="755384103" sldId="265"/>
            <ac:spMk id="10" creationId="{0BAA857B-02A7-62F0-2DF2-DE9C49872D5C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10:56.894" v="1253" actId="20577"/>
          <ac:spMkLst>
            <pc:docMk/>
            <pc:sldMk cId="755384103" sldId="265"/>
            <ac:spMk id="11" creationId="{C0F47EE9-4026-3C84-0D1A-46460D548606}"/>
          </ac:spMkLst>
        </pc:spChg>
        <pc:spChg chg="add del">
          <ac:chgData name="troy.nsofor-W214953722" userId="S::w214953722@student.hccs.edu::a4bcf6b5-258a-4061-a951-7822d8616e66" providerId="AD" clId="Web-{8D4A8C04-A9B6-DA10-1931-6634E87D2B29}" dt="2026-04-06T22:44:42.271" v="64"/>
          <ac:spMkLst>
            <pc:docMk/>
            <pc:sldMk cId="755384103" sldId="265"/>
            <ac:spMk id="12" creationId="{08312CF3-D3D5-F885-049A-BC10B2F62CD6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30:01.311" v="812"/>
          <ac:spMkLst>
            <pc:docMk/>
            <pc:sldMk cId="755384103" sldId="265"/>
            <ac:spMk id="13" creationId="{4E2776DA-E329-468F-7D96-083CBBD750F8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11:30.161" v="1266" actId="20577"/>
          <ac:spMkLst>
            <pc:docMk/>
            <pc:sldMk cId="755384103" sldId="265"/>
            <ac:spMk id="14" creationId="{48CFDDB1-A30F-1B11-BBB0-0F9A48E115B8}"/>
          </ac:spMkLst>
        </pc:spChg>
        <pc:spChg chg="add del">
          <ac:chgData name="troy.nsofor-W214953722" userId="S::w214953722@student.hccs.edu::a4bcf6b5-258a-4061-a951-7822d8616e66" providerId="AD" clId="Web-{8D4A8C04-A9B6-DA10-1931-6634E87D2B29}" dt="2026-04-06T22:46:37.366" v="87"/>
          <ac:spMkLst>
            <pc:docMk/>
            <pc:sldMk cId="755384103" sldId="265"/>
            <ac:spMk id="15" creationId="{8206C2F9-9E19-259D-519E-E3D671580F94}"/>
          </ac:spMkLst>
        </pc:spChg>
        <pc:spChg chg="add del">
          <ac:chgData name="troy.nsofor-W214953722" userId="S::w214953722@student.hccs.edu::a4bcf6b5-258a-4061-a951-7822d8616e66" providerId="AD" clId="Web-{8D4A8C04-A9B6-DA10-1931-6634E87D2B29}" dt="2026-04-06T22:46:50.851" v="89"/>
          <ac:spMkLst>
            <pc:docMk/>
            <pc:sldMk cId="755384103" sldId="265"/>
            <ac:spMk id="16" creationId="{268B3C64-808E-A692-A948-C865FBD4438E}"/>
          </ac:spMkLst>
        </pc:spChg>
        <pc:spChg chg="add del">
          <ac:chgData name="troy.nsofor-W214953722" userId="S::w214953722@student.hccs.edu::a4bcf6b5-258a-4061-a951-7822d8616e66" providerId="AD" clId="Web-{8D4A8C04-A9B6-DA10-1931-6634E87D2B29}" dt="2026-04-06T22:48:02.369" v="101"/>
          <ac:spMkLst>
            <pc:docMk/>
            <pc:sldMk cId="755384103" sldId="265"/>
            <ac:spMk id="17" creationId="{3D463542-F896-DD2F-8F87-3296EAAAED35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2:48:46.042" v="129" actId="20577"/>
          <ac:spMkLst>
            <pc:docMk/>
            <pc:sldMk cId="755384103" sldId="265"/>
            <ac:spMk id="18" creationId="{BDF0B589-A712-D73C-4F30-3CA2F6F66296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06:27.862" v="1230" actId="20577"/>
          <ac:spMkLst>
            <pc:docMk/>
            <pc:sldMk cId="755384103" sldId="265"/>
            <ac:spMk id="20" creationId="{901476F3-EFC2-3544-90B2-AAF8AB8C7AF5}"/>
          </ac:spMkLst>
        </pc:spChg>
        <pc:spChg chg="add del">
          <ac:chgData name="troy.nsofor-W214953722" userId="S::w214953722@student.hccs.edu::a4bcf6b5-258a-4061-a951-7822d8616e66" providerId="AD" clId="Web-{8D4A8C04-A9B6-DA10-1931-6634E87D2B29}" dt="2026-04-06T22:51:02.170" v="155"/>
          <ac:spMkLst>
            <pc:docMk/>
            <pc:sldMk cId="755384103" sldId="265"/>
            <ac:spMk id="21" creationId="{A491C568-A9D5-B35C-6AE3-42F8841FC5D9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6T22:53:37.188" v="177"/>
          <ac:spMkLst>
            <pc:docMk/>
            <pc:sldMk cId="755384103" sldId="265"/>
            <ac:spMk id="22" creationId="{8690B977-5AED-44C0-FB42-9C82EB14B8F8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2:54:07.610" v="197" actId="20577"/>
          <ac:spMkLst>
            <pc:docMk/>
            <pc:sldMk cId="755384103" sldId="265"/>
            <ac:spMk id="23" creationId="{C5131512-F899-C127-523A-291DE72156D1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6T22:54:22.673" v="200"/>
          <ac:spMkLst>
            <pc:docMk/>
            <pc:sldMk cId="755384103" sldId="265"/>
            <ac:spMk id="24" creationId="{30EAD724-E17F-6B60-3D6A-6DBE18742A14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2:54:38.798" v="209" actId="20577"/>
          <ac:spMkLst>
            <pc:docMk/>
            <pc:sldMk cId="755384103" sldId="265"/>
            <ac:spMk id="25" creationId="{804C6331-C334-CC44-3CFB-594EF542CFAB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30:08.764" v="813"/>
          <ac:spMkLst>
            <pc:docMk/>
            <pc:sldMk cId="755384103" sldId="265"/>
            <ac:spMk id="26" creationId="{E163A908-1826-F175-BD82-609080AE20A8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12:01.598" v="1268" actId="20577"/>
          <ac:spMkLst>
            <pc:docMk/>
            <pc:sldMk cId="755384103" sldId="265"/>
            <ac:spMk id="27" creationId="{BC8298EC-94FE-9E17-D9D6-B079457FFA42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6T22:56:18.439" v="225"/>
          <ac:spMkLst>
            <pc:docMk/>
            <pc:sldMk cId="755384103" sldId="265"/>
            <ac:spMk id="28" creationId="{75A1DFC7-FA32-8E1E-76D6-C7F7F380E227}"/>
          </ac:spMkLst>
        </pc:spChg>
        <pc:cxnChg chg="add mod">
          <ac:chgData name="troy.nsofor-W214953722" userId="S::w214953722@student.hccs.edu::a4bcf6b5-258a-4061-a951-7822d8616e66" providerId="AD" clId="Web-{8D4A8C04-A9B6-DA10-1931-6634E87D2B29}" dt="2026-04-06T23:30:14.921" v="814"/>
          <ac:cxnSpMkLst>
            <pc:docMk/>
            <pc:sldMk cId="755384103" sldId="265"/>
            <ac:cxnSpMk id="19" creationId="{9895ABCD-27DD-DBA7-02D9-A445FA8AF867}"/>
          </ac:cxnSpMkLst>
        </pc:cxnChg>
      </pc:sldChg>
      <pc:sldChg chg="modSp new">
        <pc:chgData name="troy.nsofor-W214953722" userId="S::w214953722@student.hccs.edu::a4bcf6b5-258a-4061-a951-7822d8616e66" providerId="AD" clId="Web-{8D4A8C04-A9B6-DA10-1931-6634E87D2B29}" dt="2026-04-07T00:00:03.226" v="1140" actId="20577"/>
        <pc:sldMkLst>
          <pc:docMk/>
          <pc:sldMk cId="286464216" sldId="266"/>
        </pc:sldMkLst>
        <pc:spChg chg="mod">
          <ac:chgData name="troy.nsofor-W214953722" userId="S::w214953722@student.hccs.edu::a4bcf6b5-258a-4061-a951-7822d8616e66" providerId="AD" clId="Web-{8D4A8C04-A9B6-DA10-1931-6634E87D2B29}" dt="2026-04-06T22:59:42.800" v="248" actId="20577"/>
          <ac:spMkLst>
            <pc:docMk/>
            <pc:sldMk cId="286464216" sldId="266"/>
            <ac:spMk id="2" creationId="{68334AD3-354E-E75A-31F9-FF92FD42AC15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7T00:00:03.226" v="1140" actId="20577"/>
          <ac:spMkLst>
            <pc:docMk/>
            <pc:sldMk cId="286464216" sldId="266"/>
            <ac:spMk id="3" creationId="{7EA66A93-04DD-DBDF-9C4F-BC88B0789CE9}"/>
          </ac:spMkLst>
        </pc:spChg>
      </pc:sldChg>
      <pc:sldChg chg="addSp delSp modSp new">
        <pc:chgData name="troy.nsofor-W214953722" userId="S::w214953722@student.hccs.edu::a4bcf6b5-258a-4061-a951-7822d8616e66" providerId="AD" clId="Web-{8D4A8C04-A9B6-DA10-1931-6634E87D2B29}" dt="2026-04-07T00:14:14.209" v="1270" actId="20577"/>
        <pc:sldMkLst>
          <pc:docMk/>
          <pc:sldMk cId="1420299206" sldId="267"/>
        </pc:sldMkLst>
        <pc:spChg chg="mod">
          <ac:chgData name="troy.nsofor-W214953722" userId="S::w214953722@student.hccs.edu::a4bcf6b5-258a-4061-a951-7822d8616e66" providerId="AD" clId="Web-{8D4A8C04-A9B6-DA10-1931-6634E87D2B29}" dt="2026-04-06T23:03:05.161" v="256" actId="20577"/>
          <ac:spMkLst>
            <pc:docMk/>
            <pc:sldMk cId="1420299206" sldId="267"/>
            <ac:spMk id="2" creationId="{F8D08612-AB46-7AE7-E4CB-5B2C576E9352}"/>
          </ac:spMkLst>
        </pc:spChg>
        <pc:spChg chg="mod">
          <ac:chgData name="troy.nsofor-W214953722" userId="S::w214953722@student.hccs.edu::a4bcf6b5-258a-4061-a951-7822d8616e66" providerId="AD" clId="Web-{8D4A8C04-A9B6-DA10-1931-6634E87D2B29}" dt="2026-04-06T23:19:04.048" v="527" actId="20577"/>
          <ac:spMkLst>
            <pc:docMk/>
            <pc:sldMk cId="1420299206" sldId="267"/>
            <ac:spMk id="3" creationId="{46176551-0657-91C6-2D2F-D098C6ECF3B7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20:24.705" v="576" actId="1076"/>
          <ac:spMkLst>
            <pc:docMk/>
            <pc:sldMk cId="1420299206" sldId="267"/>
            <ac:spMk id="4" creationId="{D8CD315A-4C95-103F-CEC7-33AC49DFEC32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6T23:05:16.179" v="272"/>
          <ac:spMkLst>
            <pc:docMk/>
            <pc:sldMk cId="1420299206" sldId="267"/>
            <ac:spMk id="5" creationId="{E4F5EE69-31E4-4A98-44E4-33ADB80044C9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08:42.535" v="1236" actId="20577"/>
          <ac:spMkLst>
            <pc:docMk/>
            <pc:sldMk cId="1420299206" sldId="267"/>
            <ac:spMk id="6" creationId="{802A85E0-6D7A-329B-1118-DA14A29FA9F2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26:30.136" v="757" actId="1076"/>
          <ac:spMkLst>
            <pc:docMk/>
            <pc:sldMk cId="1420299206" sldId="267"/>
            <ac:spMk id="7" creationId="{BB0E005E-79C5-BA5E-5A3F-5B5CD2873ECA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6T23:07:49.354" v="325"/>
          <ac:spMkLst>
            <pc:docMk/>
            <pc:sldMk cId="1420299206" sldId="267"/>
            <ac:spMk id="8" creationId="{C5F92A19-A8EC-E5A9-C385-1F49D8874CD2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08:47.113" v="1237" actId="20577"/>
          <ac:spMkLst>
            <pc:docMk/>
            <pc:sldMk cId="1420299206" sldId="267"/>
            <ac:spMk id="9" creationId="{B1165B0C-2035-8507-CC7A-385338D09DC6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14:00.459" v="1269" actId="20577"/>
          <ac:spMkLst>
            <pc:docMk/>
            <pc:sldMk cId="1420299206" sldId="267"/>
            <ac:spMk id="11" creationId="{4DF2BC22-D7B6-A0A2-2159-2DF3B40CE8A7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27:06.059" v="771" actId="1076"/>
          <ac:spMkLst>
            <pc:docMk/>
            <pc:sldMk cId="1420299206" sldId="267"/>
            <ac:spMk id="12" creationId="{5382C22F-C871-B55D-D96E-00D17B654210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34:53.688" v="844" actId="20577"/>
          <ac:spMkLst>
            <pc:docMk/>
            <pc:sldMk cId="1420299206" sldId="267"/>
            <ac:spMk id="13" creationId="{7427857A-618F-659C-32E9-9238385462F6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22:53.194" v="655" actId="1076"/>
          <ac:spMkLst>
            <pc:docMk/>
            <pc:sldMk cId="1420299206" sldId="267"/>
            <ac:spMk id="14" creationId="{E8092254-E4C2-0395-E492-7F336C60E32C}"/>
          </ac:spMkLst>
        </pc:spChg>
        <pc:spChg chg="add del">
          <ac:chgData name="troy.nsofor-W214953722" userId="S::w214953722@student.hccs.edu::a4bcf6b5-258a-4061-a951-7822d8616e66" providerId="AD" clId="Web-{8D4A8C04-A9B6-DA10-1931-6634E87D2B29}" dt="2026-04-06T23:15:41.969" v="475"/>
          <ac:spMkLst>
            <pc:docMk/>
            <pc:sldMk cId="1420299206" sldId="267"/>
            <ac:spMk id="15" creationId="{954965AC-CD1D-39BE-320A-86412D76825B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08:54.660" v="1239" actId="20577"/>
          <ac:spMkLst>
            <pc:docMk/>
            <pc:sldMk cId="1420299206" sldId="267"/>
            <ac:spMk id="16" creationId="{746D9A60-104C-CF3C-9B3D-851D12F31F2D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26:50.715" v="766" actId="1076"/>
          <ac:spMkLst>
            <pc:docMk/>
            <pc:sldMk cId="1420299206" sldId="267"/>
            <ac:spMk id="17" creationId="{08A2E901-206E-1472-6F44-05DFEC6DFC27}"/>
          </ac:spMkLst>
        </pc:spChg>
        <pc:spChg chg="add del mod">
          <ac:chgData name="troy.nsofor-W214953722" userId="S::w214953722@student.hccs.edu::a4bcf6b5-258a-4061-a951-7822d8616e66" providerId="AD" clId="Web-{8D4A8C04-A9B6-DA10-1931-6634E87D2B29}" dt="2026-04-06T23:18:51.345" v="526"/>
          <ac:spMkLst>
            <pc:docMk/>
            <pc:sldMk cId="1420299206" sldId="267"/>
            <ac:spMk id="18" creationId="{74B590A8-A98B-5068-6747-3E2FDD7216B6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08:37.206" v="1234" actId="20577"/>
          <ac:spMkLst>
            <pc:docMk/>
            <pc:sldMk cId="1420299206" sldId="267"/>
            <ac:spMk id="19" creationId="{4B8148D5-3BC7-2C44-2B28-D84CCE232C42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26:33.590" v="759" actId="1076"/>
          <ac:spMkLst>
            <pc:docMk/>
            <pc:sldMk cId="1420299206" sldId="267"/>
            <ac:spMk id="20" creationId="{F5795623-93D4-62FB-5745-DAAA131DC065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08:57.769" v="1240" actId="20577"/>
          <ac:spMkLst>
            <pc:docMk/>
            <pc:sldMk cId="1420299206" sldId="267"/>
            <ac:spMk id="21" creationId="{CE26EE7D-D80C-6162-BBBB-49957993D97A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09:01.894" v="1241" actId="20577"/>
          <ac:spMkLst>
            <pc:docMk/>
            <pc:sldMk cId="1420299206" sldId="267"/>
            <ac:spMk id="22" creationId="{5EA16577-BFD7-2B0F-4E7E-18919A98DA0E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27:11.215" v="772" actId="1076"/>
          <ac:spMkLst>
            <pc:docMk/>
            <pc:sldMk cId="1420299206" sldId="267"/>
            <ac:spMk id="23" creationId="{3CE8D4D8-7057-81DB-DCC4-67BDAE644B0E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7T00:14:14.209" v="1270" actId="20577"/>
          <ac:spMkLst>
            <pc:docMk/>
            <pc:sldMk cId="1420299206" sldId="267"/>
            <ac:spMk id="24" creationId="{8BF5664E-BDEB-62DE-EA2D-24F201FB8534}"/>
          </ac:spMkLst>
        </pc:spChg>
        <pc:spChg chg="add mod">
          <ac:chgData name="troy.nsofor-W214953722" userId="S::w214953722@student.hccs.edu::a4bcf6b5-258a-4061-a951-7822d8616e66" providerId="AD" clId="Web-{8D4A8C04-A9B6-DA10-1931-6634E87D2B29}" dt="2026-04-06T23:34:27.516" v="835" actId="20577"/>
          <ac:spMkLst>
            <pc:docMk/>
            <pc:sldMk cId="1420299206" sldId="267"/>
            <ac:spMk id="26" creationId="{BE93E98B-A6E3-0B17-C652-648AEE8230B0}"/>
          </ac:spMkLst>
        </pc:spChg>
        <pc:cxnChg chg="add mod">
          <ac:chgData name="troy.nsofor-W214953722" userId="S::w214953722@student.hccs.edu::a4bcf6b5-258a-4061-a951-7822d8616e66" providerId="AD" clId="Web-{8D4A8C04-A9B6-DA10-1931-6634E87D2B29}" dt="2026-04-06T23:26:38.730" v="761" actId="1076"/>
          <ac:cxnSpMkLst>
            <pc:docMk/>
            <pc:sldMk cId="1420299206" sldId="267"/>
            <ac:cxnSpMk id="10" creationId="{EC4F30B1-CA20-730D-A6D8-0C4028E86814}"/>
          </ac:cxnSpMkLst>
        </pc:cxnChg>
        <pc:cxnChg chg="add mod">
          <ac:chgData name="troy.nsofor-W214953722" userId="S::w214953722@student.hccs.edu::a4bcf6b5-258a-4061-a951-7822d8616e66" providerId="AD" clId="Web-{8D4A8C04-A9B6-DA10-1931-6634E87D2B29}" dt="2026-04-06T23:28:28.451" v="800" actId="1076"/>
          <ac:cxnSpMkLst>
            <pc:docMk/>
            <pc:sldMk cId="1420299206" sldId="267"/>
            <ac:cxnSpMk id="25" creationId="{716C462E-FCBE-72D3-EA43-C9EA080F02AA}"/>
          </ac:cxnSpMkLst>
        </pc:cxnChg>
      </pc:sldChg>
    </pc:docChg>
  </pc:docChgLst>
  <pc:docChgLst>
    <pc:chgData name="troy.nsofor-W214953722" userId="S::w214953722@student.hccs.edu::a4bcf6b5-258a-4061-a951-7822d8616e66" providerId="AD" clId="Web-{5F95C15A-770F-B8DA-CFCE-4DE8F1C008F4}"/>
    <pc:docChg chg="addSld modSld">
      <pc:chgData name="troy.nsofor-W214953722" userId="S::w214953722@student.hccs.edu::a4bcf6b5-258a-4061-a951-7822d8616e66" providerId="AD" clId="Web-{5F95C15A-770F-B8DA-CFCE-4DE8F1C008F4}" dt="2026-04-05T22:57:25.789" v="692"/>
      <pc:docMkLst>
        <pc:docMk/>
      </pc:docMkLst>
      <pc:sldChg chg="modSp">
        <pc:chgData name="troy.nsofor-W214953722" userId="S::w214953722@student.hccs.edu::a4bcf6b5-258a-4061-a951-7822d8616e66" providerId="AD" clId="Web-{5F95C15A-770F-B8DA-CFCE-4DE8F1C008F4}" dt="2026-04-05T20:20:39.244" v="344" actId="20577"/>
        <pc:sldMkLst>
          <pc:docMk/>
          <pc:sldMk cId="1815685078" sldId="257"/>
        </pc:sldMkLst>
        <pc:spChg chg="mod">
          <ac:chgData name="troy.nsofor-W214953722" userId="S::w214953722@student.hccs.edu::a4bcf6b5-258a-4061-a951-7822d8616e66" providerId="AD" clId="Web-{5F95C15A-770F-B8DA-CFCE-4DE8F1C008F4}" dt="2026-04-05T20:20:39.244" v="344" actId="20577"/>
          <ac:spMkLst>
            <pc:docMk/>
            <pc:sldMk cId="1815685078" sldId="257"/>
            <ac:spMk id="4" creationId="{A34AECB2-1C97-053F-FC62-C30E63392DB2}"/>
          </ac:spMkLst>
        </pc:spChg>
      </pc:sldChg>
      <pc:sldChg chg="addSp modSp">
        <pc:chgData name="troy.nsofor-W214953722" userId="S::w214953722@student.hccs.edu::a4bcf6b5-258a-4061-a951-7822d8616e66" providerId="AD" clId="Web-{5F95C15A-770F-B8DA-CFCE-4DE8F1C008F4}" dt="2026-04-05T22:15:09.792" v="393"/>
        <pc:sldMkLst>
          <pc:docMk/>
          <pc:sldMk cId="3602265785" sldId="258"/>
        </pc:sldMkLst>
        <pc:spChg chg="add mod">
          <ac:chgData name="troy.nsofor-W214953722" userId="S::w214953722@student.hccs.edu::a4bcf6b5-258a-4061-a951-7822d8616e66" providerId="AD" clId="Web-{5F95C15A-770F-B8DA-CFCE-4DE8F1C008F4}" dt="2026-04-05T22:14:55.854" v="389" actId="20577"/>
          <ac:spMkLst>
            <pc:docMk/>
            <pc:sldMk cId="3602265785" sldId="258"/>
            <ac:spMk id="14" creationId="{2C9AE15C-D184-5E47-770B-9AF09F9F1301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2:15:09.792" v="393"/>
          <ac:spMkLst>
            <pc:docMk/>
            <pc:sldMk cId="3602265785" sldId="258"/>
            <ac:spMk id="16" creationId="{C144F4BA-08B8-A8CD-8720-4B4A0548A30D}"/>
          </ac:spMkLst>
        </pc:spChg>
      </pc:sldChg>
      <pc:sldChg chg="addSp modSp">
        <pc:chgData name="troy.nsofor-W214953722" userId="S::w214953722@student.hccs.edu::a4bcf6b5-258a-4061-a951-7822d8616e66" providerId="AD" clId="Web-{5F95C15A-770F-B8DA-CFCE-4DE8F1C008F4}" dt="2026-04-05T20:23:18.296" v="355"/>
        <pc:sldMkLst>
          <pc:docMk/>
          <pc:sldMk cId="1777576508" sldId="259"/>
        </pc:sldMkLst>
        <pc:spChg chg="add mod">
          <ac:chgData name="troy.nsofor-W214953722" userId="S::w214953722@student.hccs.edu::a4bcf6b5-258a-4061-a951-7822d8616e66" providerId="AD" clId="Web-{5F95C15A-770F-B8DA-CFCE-4DE8F1C008F4}" dt="2026-04-05T20:22:21.216" v="349" actId="1076"/>
          <ac:spMkLst>
            <pc:docMk/>
            <pc:sldMk cId="1777576508" sldId="259"/>
            <ac:spMk id="6" creationId="{7E96E138-B638-A3B7-B880-65E7551657A6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23:18.296" v="355"/>
          <ac:spMkLst>
            <pc:docMk/>
            <pc:sldMk cId="1777576508" sldId="259"/>
            <ac:spMk id="7" creationId="{93D27E19-8C67-8464-59FE-14898B5337E0}"/>
          </ac:spMkLst>
        </pc:spChg>
      </pc:sldChg>
      <pc:sldChg chg="addSp modSp new">
        <pc:chgData name="troy.nsofor-W214953722" userId="S::w214953722@student.hccs.edu::a4bcf6b5-258a-4061-a951-7822d8616e66" providerId="AD" clId="Web-{5F95C15A-770F-B8DA-CFCE-4DE8F1C008F4}" dt="2026-04-05T22:17:33.933" v="403" actId="14100"/>
        <pc:sldMkLst>
          <pc:docMk/>
          <pc:sldMk cId="3861835164" sldId="261"/>
        </pc:sldMkLst>
        <pc:spChg chg="mod">
          <ac:chgData name="troy.nsofor-W214953722" userId="S::w214953722@student.hccs.edu::a4bcf6b5-258a-4061-a951-7822d8616e66" providerId="AD" clId="Web-{5F95C15A-770F-B8DA-CFCE-4DE8F1C008F4}" dt="2026-04-05T19:16:19.694" v="41" actId="20577"/>
          <ac:spMkLst>
            <pc:docMk/>
            <pc:sldMk cId="3861835164" sldId="261"/>
            <ac:spMk id="2" creationId="{1A1C5270-EABC-E06D-39DB-882D99ABD2CB}"/>
          </ac:spMkLst>
        </pc:spChg>
        <pc:spChg chg="mod">
          <ac:chgData name="troy.nsofor-W214953722" userId="S::w214953722@student.hccs.edu::a4bcf6b5-258a-4061-a951-7822d8616e66" providerId="AD" clId="Web-{5F95C15A-770F-B8DA-CFCE-4DE8F1C008F4}" dt="2026-04-05T22:10:51.431" v="371" actId="20577"/>
          <ac:spMkLst>
            <pc:docMk/>
            <pc:sldMk cId="3861835164" sldId="261"/>
            <ac:spMk id="3" creationId="{24B8C910-B4F4-50BC-A228-0B369A487FDC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5:50.677" v="205"/>
          <ac:spMkLst>
            <pc:docMk/>
            <pc:sldMk cId="3861835164" sldId="261"/>
            <ac:spMk id="4" creationId="{4EE1FDA0-B861-7F56-B56F-4A24A6E346F0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5:52.662" v="206"/>
          <ac:spMkLst>
            <pc:docMk/>
            <pc:sldMk cId="3861835164" sldId="261"/>
            <ac:spMk id="5" creationId="{9CB6FA7B-CCF0-3E76-98D5-206F1F63FCD1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5:54.365" v="207"/>
          <ac:spMkLst>
            <pc:docMk/>
            <pc:sldMk cId="3861835164" sldId="261"/>
            <ac:spMk id="6" creationId="{F8961DD5-7A2E-CBB0-DE3C-C032FDA5EEA3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5:56.537" v="208"/>
          <ac:spMkLst>
            <pc:docMk/>
            <pc:sldMk cId="3861835164" sldId="261"/>
            <ac:spMk id="7" creationId="{BD12E1D6-23CB-A80B-AC8B-DC39D1654E75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5:58.818" v="209"/>
          <ac:spMkLst>
            <pc:docMk/>
            <pc:sldMk cId="3861835164" sldId="261"/>
            <ac:spMk id="8" creationId="{D8939867-98EE-9278-7E39-1F9A6EDDD456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17:38.304" v="53" actId="14100"/>
          <ac:spMkLst>
            <pc:docMk/>
            <pc:sldMk cId="3861835164" sldId="261"/>
            <ac:spMk id="9" creationId="{7523FE5C-A276-39B7-93B1-E82DBDC442F9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18:33.293" v="64" actId="14100"/>
          <ac:spMkLst>
            <pc:docMk/>
            <pc:sldMk cId="3861835164" sldId="261"/>
            <ac:spMk id="10" creationId="{10B97F78-5B68-4BA0-E9A0-0CC81EE30C15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2:13:45.588" v="378" actId="20577"/>
          <ac:spMkLst>
            <pc:docMk/>
            <pc:sldMk cId="3861835164" sldId="261"/>
            <ac:spMk id="25" creationId="{83A34FF6-80B0-F248-0F86-ABDEBB39FC92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2:14:00.541" v="382"/>
          <ac:spMkLst>
            <pc:docMk/>
            <pc:sldMk cId="3861835164" sldId="261"/>
            <ac:spMk id="26" creationId="{BC148916-CB8F-40EE-F22E-B320FB986829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2:17:05.323" v="399"/>
          <ac:spMkLst>
            <pc:docMk/>
            <pc:sldMk cId="3861835164" sldId="261"/>
            <ac:spMk id="27" creationId="{1EF0AF09-73A5-06FC-38EE-39B7D19A642A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2:17:33.933" v="403" actId="14100"/>
          <ac:spMkLst>
            <pc:docMk/>
            <pc:sldMk cId="3861835164" sldId="261"/>
            <ac:spMk id="28" creationId="{512AACDA-E4A8-6FF4-2EF6-69C5AF2F5CD0}"/>
          </ac:spMkLst>
        </pc:spChg>
        <pc:inkChg chg="add">
          <ac:chgData name="troy.nsofor-W214953722" userId="S::w214953722@student.hccs.edu::a4bcf6b5-258a-4061-a951-7822d8616e66" providerId="AD" clId="Web-{5F95C15A-770F-B8DA-CFCE-4DE8F1C008F4}" dt="2026-04-05T19:20:42.513" v="65"/>
          <ac:inkMkLst>
            <pc:docMk/>
            <pc:sldMk cId="3861835164" sldId="261"/>
            <ac:inkMk id="11" creationId="{2A019C18-2101-89B9-5549-2D8889D81754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45.653" v="66"/>
          <ac:inkMkLst>
            <pc:docMk/>
            <pc:sldMk cId="3861835164" sldId="261"/>
            <ac:inkMk id="12" creationId="{DC7B6ABB-A937-73F5-5C4F-C04B7C0FCD1E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49.482" v="67"/>
          <ac:inkMkLst>
            <pc:docMk/>
            <pc:sldMk cId="3861835164" sldId="261"/>
            <ac:inkMk id="13" creationId="{9C3A22CC-D38D-C8BA-40FD-C032743FB36A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49.872" v="68"/>
          <ac:inkMkLst>
            <pc:docMk/>
            <pc:sldMk cId="3861835164" sldId="261"/>
            <ac:inkMk id="14" creationId="{02C37997-7613-B033-7915-FCF679CF4C94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50.528" v="69"/>
          <ac:inkMkLst>
            <pc:docMk/>
            <pc:sldMk cId="3861835164" sldId="261"/>
            <ac:inkMk id="15" creationId="{F1C8C3D4-30B9-46D3-50CF-45CC43AADD3D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51.669" v="70"/>
          <ac:inkMkLst>
            <pc:docMk/>
            <pc:sldMk cId="3861835164" sldId="261"/>
            <ac:inkMk id="16" creationId="{6CB6A9E4-C5F2-9C60-C3FC-276831624248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51.669" v="71"/>
          <ac:inkMkLst>
            <pc:docMk/>
            <pc:sldMk cId="3861835164" sldId="261"/>
            <ac:inkMk id="17" creationId="{A0544141-6B20-D246-5A7E-4D30DB57F8EE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51.669" v="72"/>
          <ac:inkMkLst>
            <pc:docMk/>
            <pc:sldMk cId="3861835164" sldId="261"/>
            <ac:inkMk id="18" creationId="{FB0AEEAF-B93B-54D3-1880-A02B1DB4F0F2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53.466" v="73"/>
          <ac:inkMkLst>
            <pc:docMk/>
            <pc:sldMk cId="3861835164" sldId="261"/>
            <ac:inkMk id="19" creationId="{A0A3A5EA-7ED5-36D0-1023-94936DDD4AF1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53.466" v="74"/>
          <ac:inkMkLst>
            <pc:docMk/>
            <pc:sldMk cId="3861835164" sldId="261"/>
            <ac:inkMk id="20" creationId="{6EE0E3E2-FF09-99AF-0117-41770267E981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53.482" v="75"/>
          <ac:inkMkLst>
            <pc:docMk/>
            <pc:sldMk cId="3861835164" sldId="261"/>
            <ac:inkMk id="21" creationId="{EDF40004-BD10-E1DB-E9EF-9112EC41D334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54.122" v="76"/>
          <ac:inkMkLst>
            <pc:docMk/>
            <pc:sldMk cId="3861835164" sldId="261"/>
            <ac:inkMk id="22" creationId="{53F949A5-A8F7-7C55-6221-2CA2CBAD0460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56.013" v="77"/>
          <ac:inkMkLst>
            <pc:docMk/>
            <pc:sldMk cId="3861835164" sldId="261"/>
            <ac:inkMk id="23" creationId="{E37CE0CC-68AC-1AAA-54BD-3039769EB557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20:58.841" v="78"/>
          <ac:inkMkLst>
            <pc:docMk/>
            <pc:sldMk cId="3861835164" sldId="261"/>
            <ac:inkMk id="24" creationId="{AD42946E-6502-5E0C-E90E-5C1CDD85BBD8}"/>
          </ac:inkMkLst>
        </pc:inkChg>
      </pc:sldChg>
      <pc:sldChg chg="addSp delSp modSp new">
        <pc:chgData name="troy.nsofor-W214953722" userId="S::w214953722@student.hccs.edu::a4bcf6b5-258a-4061-a951-7822d8616e66" providerId="AD" clId="Web-{5F95C15A-770F-B8DA-CFCE-4DE8F1C008F4}" dt="2026-04-05T20:25:18.892" v="370"/>
        <pc:sldMkLst>
          <pc:docMk/>
          <pc:sldMk cId="2539053510" sldId="262"/>
        </pc:sldMkLst>
        <pc:spChg chg="mod">
          <ac:chgData name="troy.nsofor-W214953722" userId="S::w214953722@student.hccs.edu::a4bcf6b5-258a-4061-a951-7822d8616e66" providerId="AD" clId="Web-{5F95C15A-770F-B8DA-CFCE-4DE8F1C008F4}" dt="2026-04-05T19:23:11.404" v="87" actId="20577"/>
          <ac:spMkLst>
            <pc:docMk/>
            <pc:sldMk cId="2539053510" sldId="262"/>
            <ac:spMk id="2" creationId="{11CC7989-3E65-1200-1D0C-C151F96BCBF3}"/>
          </ac:spMkLst>
        </pc:spChg>
        <pc:spChg chg="mod">
          <ac:chgData name="troy.nsofor-W214953722" userId="S::w214953722@student.hccs.edu::a4bcf6b5-258a-4061-a951-7822d8616e66" providerId="AD" clId="Web-{5F95C15A-770F-B8DA-CFCE-4DE8F1C008F4}" dt="2026-04-05T20:25:00.517" v="366" actId="20577"/>
          <ac:spMkLst>
            <pc:docMk/>
            <pc:sldMk cId="2539053510" sldId="262"/>
            <ac:spMk id="3" creationId="{0838ED70-8709-D426-8D6B-225D36BBAE97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5:02.754" v="200"/>
          <ac:spMkLst>
            <pc:docMk/>
            <pc:sldMk cId="2539053510" sldId="262"/>
            <ac:spMk id="4" creationId="{CEEC0249-3704-C9F4-18BD-06874AC12B56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24:30.563" v="361"/>
          <ac:spMkLst>
            <pc:docMk/>
            <pc:sldMk cId="2539053510" sldId="262"/>
            <ac:spMk id="5" creationId="{ACF05E2F-FE2C-24ED-82C0-1649551D0954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4:51.332" v="195"/>
          <ac:spMkLst>
            <pc:docMk/>
            <pc:sldMk cId="2539053510" sldId="262"/>
            <ac:spMk id="6" creationId="{ABEA6B01-518A-4964-1BAD-C3607925244A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4:53.707" v="196"/>
          <ac:spMkLst>
            <pc:docMk/>
            <pc:sldMk cId="2539053510" sldId="262"/>
            <ac:spMk id="7" creationId="{3C3D69ED-6599-2AF9-C7DA-C963D2F359C1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4:56.488" v="197"/>
          <ac:spMkLst>
            <pc:docMk/>
            <pc:sldMk cId="2539053510" sldId="262"/>
            <ac:spMk id="8" creationId="{0CB24DED-1018-DD36-35FB-09A28F548F88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4:58.519" v="198"/>
          <ac:spMkLst>
            <pc:docMk/>
            <pc:sldMk cId="2539053510" sldId="262"/>
            <ac:spMk id="10" creationId="{2BFD6A5E-586B-085D-B72E-12EA7C7CCAE6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48:38.906" v="144" actId="14100"/>
          <ac:spMkLst>
            <pc:docMk/>
            <pc:sldMk cId="2539053510" sldId="262"/>
            <ac:spMk id="11" creationId="{9446DFC4-8D0C-4827-17BD-8AB0E1116860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49:16.781" v="155" actId="14100"/>
          <ac:spMkLst>
            <pc:docMk/>
            <pc:sldMk cId="2539053510" sldId="262"/>
            <ac:spMk id="12" creationId="{DC5C2BC7-7C21-3E49-4E95-1D3C6CCC5270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19:55:00.457" v="199"/>
          <ac:spMkLst>
            <pc:docMk/>
            <pc:sldMk cId="2539053510" sldId="262"/>
            <ac:spMk id="16" creationId="{EBA19EE4-20E5-E6EA-AF25-73D0EDE5FD5B}"/>
          </ac:spMkLst>
        </pc:spChg>
        <pc:spChg chg="add del">
          <ac:chgData name="troy.nsofor-W214953722" userId="S::w214953722@student.hccs.edu::a4bcf6b5-258a-4061-a951-7822d8616e66" providerId="AD" clId="Web-{5F95C15A-770F-B8DA-CFCE-4DE8F1C008F4}" dt="2026-04-05T20:24:33.126" v="362"/>
          <ac:spMkLst>
            <pc:docMk/>
            <pc:sldMk cId="2539053510" sldId="262"/>
            <ac:spMk id="21" creationId="{3E75F0BF-1831-1CF0-FD3C-5E3B1E6F9C5A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25:18.892" v="370"/>
          <ac:spMkLst>
            <pc:docMk/>
            <pc:sldMk cId="2539053510" sldId="262"/>
            <ac:spMk id="22" creationId="{B52CF532-75B6-F815-A10B-BA47AC5B4297}"/>
          </ac:spMkLst>
        </pc:spChg>
        <pc:inkChg chg="add">
          <ac:chgData name="troy.nsofor-W214953722" userId="S::w214953722@student.hccs.edu::a4bcf6b5-258a-4061-a951-7822d8616e66" providerId="AD" clId="Web-{5F95C15A-770F-B8DA-CFCE-4DE8F1C008F4}" dt="2026-04-05T19:50:26.081" v="156"/>
          <ac:inkMkLst>
            <pc:docMk/>
            <pc:sldMk cId="2539053510" sldId="262"/>
            <ac:inkMk id="13" creationId="{DCFCC44D-2756-8CB9-A568-4DC3B80FB320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50:29.831" v="157"/>
          <ac:inkMkLst>
            <pc:docMk/>
            <pc:sldMk cId="2539053510" sldId="262"/>
            <ac:inkMk id="14" creationId="{8D406EA9-D8A1-BC33-B5CC-31D60023882B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55:27.738" v="201"/>
          <ac:inkMkLst>
            <pc:docMk/>
            <pc:sldMk cId="2539053510" sldId="262"/>
            <ac:inkMk id="17" creationId="{9B31F189-8184-7D8A-75E3-64CBD03F2CE6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55:32.348" v="202"/>
          <ac:inkMkLst>
            <pc:docMk/>
            <pc:sldMk cId="2539053510" sldId="262"/>
            <ac:inkMk id="18" creationId="{4BDBBEB6-42EC-FDE0-6748-946AC148E85C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55:34.786" v="203"/>
          <ac:inkMkLst>
            <pc:docMk/>
            <pc:sldMk cId="2539053510" sldId="262"/>
            <ac:inkMk id="19" creationId="{EA29CAF7-A9FA-D2D0-BE81-6630CD5CC97E}"/>
          </ac:inkMkLst>
        </pc:inkChg>
        <pc:inkChg chg="add">
          <ac:chgData name="troy.nsofor-W214953722" userId="S::w214953722@student.hccs.edu::a4bcf6b5-258a-4061-a951-7822d8616e66" providerId="AD" clId="Web-{5F95C15A-770F-B8DA-CFCE-4DE8F1C008F4}" dt="2026-04-05T19:55:37.942" v="204"/>
          <ac:inkMkLst>
            <pc:docMk/>
            <pc:sldMk cId="2539053510" sldId="262"/>
            <ac:inkMk id="20" creationId="{79C795A2-9278-EBC8-16BF-FFC66B6EED75}"/>
          </ac:inkMkLst>
        </pc:inkChg>
      </pc:sldChg>
      <pc:sldChg chg="addSp delSp modSp new">
        <pc:chgData name="troy.nsofor-W214953722" userId="S::w214953722@student.hccs.edu::a4bcf6b5-258a-4061-a951-7822d8616e66" providerId="AD" clId="Web-{5F95C15A-770F-B8DA-CFCE-4DE8F1C008F4}" dt="2026-04-05T20:13:36.767" v="339"/>
        <pc:sldMkLst>
          <pc:docMk/>
          <pc:sldMk cId="4239869538" sldId="263"/>
        </pc:sldMkLst>
        <pc:spChg chg="mod">
          <ac:chgData name="troy.nsofor-W214953722" userId="S::w214953722@student.hccs.edu::a4bcf6b5-258a-4061-a951-7822d8616e66" providerId="AD" clId="Web-{5F95C15A-770F-B8DA-CFCE-4DE8F1C008F4}" dt="2026-04-05T20:13:01.890" v="335" actId="20577"/>
          <ac:spMkLst>
            <pc:docMk/>
            <pc:sldMk cId="4239869538" sldId="263"/>
            <ac:spMk id="2" creationId="{987AD993-632B-D689-9CA3-675575E1A09C}"/>
          </ac:spMkLst>
        </pc:spChg>
        <pc:spChg chg="mod">
          <ac:chgData name="troy.nsofor-W214953722" userId="S::w214953722@student.hccs.edu::a4bcf6b5-258a-4061-a951-7822d8616e66" providerId="AD" clId="Web-{5F95C15A-770F-B8DA-CFCE-4DE8F1C008F4}" dt="2026-04-05T20:11:40.717" v="321" actId="20577"/>
          <ac:spMkLst>
            <pc:docMk/>
            <pc:sldMk cId="4239869538" sldId="263"/>
            <ac:spMk id="3" creationId="{564FBD3B-F762-56D6-4870-DC4674943479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04:49.982" v="244" actId="14100"/>
          <ac:spMkLst>
            <pc:docMk/>
            <pc:sldMk cId="4239869538" sldId="263"/>
            <ac:spMk id="4" creationId="{4A446808-1769-8C22-723D-FD9681126F10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10:53.701" v="314" actId="20577"/>
          <ac:spMkLst>
            <pc:docMk/>
            <pc:sldMk cId="4239869538" sldId="263"/>
            <ac:spMk id="5" creationId="{FA927DCD-8F82-220A-0EF0-28D682DD534B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04:55.232" v="247" actId="14100"/>
          <ac:spMkLst>
            <pc:docMk/>
            <pc:sldMk cId="4239869538" sldId="263"/>
            <ac:spMk id="6" creationId="{5A491B1E-D7B6-1A4C-5D5D-1CFEAE223B4D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11:03.342" v="316" actId="20577"/>
          <ac:spMkLst>
            <pc:docMk/>
            <pc:sldMk cId="4239869538" sldId="263"/>
            <ac:spMk id="7" creationId="{4F18634B-79FF-214A-9504-5C4F532F552F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05:01.013" v="250" actId="1076"/>
          <ac:spMkLst>
            <pc:docMk/>
            <pc:sldMk cId="4239869538" sldId="263"/>
            <ac:spMk id="8" creationId="{FBAFDD32-34E1-9EE4-24AB-358E28108D01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11:22.655" v="318" actId="20577"/>
          <ac:spMkLst>
            <pc:docMk/>
            <pc:sldMk cId="4239869538" sldId="263"/>
            <ac:spMk id="9" creationId="{6574B60D-4A40-973C-5B4E-3807A298BFEB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05:23.669" v="256"/>
          <ac:spMkLst>
            <pc:docMk/>
            <pc:sldMk cId="4239869538" sldId="263"/>
            <ac:spMk id="10" creationId="{7D84440E-6955-F3B7-4CF9-EB4D583260F7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11:26.936" v="319" actId="20577"/>
          <ac:spMkLst>
            <pc:docMk/>
            <pc:sldMk cId="4239869538" sldId="263"/>
            <ac:spMk id="11" creationId="{F337ED70-EE5C-6246-8DF6-345305DAD80E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07:55.764" v="277"/>
          <ac:spMkLst>
            <pc:docMk/>
            <pc:sldMk cId="4239869538" sldId="263"/>
            <ac:spMk id="12" creationId="{02F094AD-3D18-9552-C7D5-466AD726CEFE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09:43.389" v="301" actId="14100"/>
          <ac:spMkLst>
            <pc:docMk/>
            <pc:sldMk cId="4239869538" sldId="263"/>
            <ac:spMk id="13" creationId="{9C61E95D-A620-3F80-D7D2-0E0A7ABF9CE3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10:03.045" v="305"/>
          <ac:spMkLst>
            <pc:docMk/>
            <pc:sldMk cId="4239869538" sldId="263"/>
            <ac:spMk id="14" creationId="{E79F594D-F489-95EE-2848-3A9FA73D635B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12:05.670" v="330"/>
          <ac:spMkLst>
            <pc:docMk/>
            <pc:sldMk cId="4239869538" sldId="263"/>
            <ac:spMk id="15" creationId="{AF1287D8-D06A-34AD-8DC7-C29244F5A183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12:20.748" v="334" actId="20577"/>
          <ac:spMkLst>
            <pc:docMk/>
            <pc:sldMk cId="4239869538" sldId="263"/>
            <ac:spMk id="17" creationId="{CFC68FB1-07B1-D52A-81CF-92E301C9EAF3}"/>
          </ac:spMkLst>
        </pc:spChg>
        <pc:spChg chg="add mod">
          <ac:chgData name="troy.nsofor-W214953722" userId="S::w214953722@student.hccs.edu::a4bcf6b5-258a-4061-a951-7822d8616e66" providerId="AD" clId="Web-{5F95C15A-770F-B8DA-CFCE-4DE8F1C008F4}" dt="2026-04-05T20:13:36.767" v="339"/>
          <ac:spMkLst>
            <pc:docMk/>
            <pc:sldMk cId="4239869538" sldId="263"/>
            <ac:spMk id="18" creationId="{C043AA2F-FC8A-ACD7-DE0C-93C6CE18D94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02:58:38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14361 8742 16383 0 0,'0'0'0'0'0,"1"2"0"0"0,4 11 0 0 0,10 17 0 0 0,13 20 0 0 0,14 12 0 0 0,14 8 0 0 0,11 2 0 0 0,16 0 0 0 0,10-2 0 0 0,11-1 0 0 0,8-2 0 0 0,14-3 0 0 0,17-5 0 0 0,9-6 0 0 0,-3-9 0 0 0,-14-11 0 0 0,-25-10 0 0 0,-21-8 0 0 0,-12-5 0 0 0,-4-3 0 0 0,8 0 0 0 0,11 0 0 0 0,20 2 0 0 0,10 2 0 0 0,9-1 0 0 0,4 1 0 0 0,-5-4 0 0 0,-16-3 0 0 0,-21-4 0 0 0,-18-3 0 0 0,-20-3 0 0 0,-10-3 0 0 0,-3-2 0 0 0,3-1 0 0 0,7-5 0 0 0,1-1 0 0 0,-1 0 0 0 0,2-1 0 0 0,2-3 0 0 0,1-1 0 0 0,-4-2 0 0 0,0 0 0 0 0,-7 1 0 0 0,-8 1 0 0 0,-9 4 0 0 0,-8 4 0 0 0,-2-1 0 0 0,-2-2 0 0 0,0-4 0 0 0,2-4 0 0 0,-1-2 0 0 0,3-1 0 0 0,-2-2 0 0 0,-2-1 0 0 0,-3 2 0 0 0,-2 0 0 0 0,-6 5 0 0 0,-1 5 0 0 0,-3 5 0 0 0,-2 3 0 0 0,0 0 0 0 0,1-4 0 0 0,1-6 0 0 0,2-7 0 0 0,1-2 0 0 0,-2 0 0 0 0,0 2 0 0 0,0 5 0 0 0,-2 5 0 0 0,-1 4 0 0 0,1 5 0 0 0,-1 4 0 0 0,1-1 0 0 0,-1-3 0 0 0,0-4 0 0 0,0-1 0 0 0,0 1 0 0 0,0 4 0 0 0,-1 4 0 0 0,1 2 0 0 0,-1 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02:58:38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14046 11945 16383 0 0,'0'0'0'0'0,"0"1"0"0"0,-1 0 0 0 0,0 0 0 0 0,-1 1 0 0 0,-9 11 0 0 0,-8 9 0 0 0,-10 17 0 0 0,-11 15 0 0 0,-8 15 0 0 0,-6 12 0 0 0,-4 10 0 0 0,-6 8 0 0 0,-5 11 0 0 0,-3 14 0 0 0,0 11 0 0 0,7 5 0 0 0,6 1 0 0 0,12-10 0 0 0,13-20 0 0 0,10-25 0 0 0,9-23 0 0 0,4-20 0 0 0,2-11 0 0 0,-2-2 0 0 0,-3 0 0 0 0,-5 7 0 0 0,-5 10 0 0 0,-5 10 0 0 0,-1 2 0 0 0,2-3 0 0 0,5-5 0 0 0,4-9 0 0 0,6-8 0 0 0,3-8 0 0 0,0-7 0 0 0,3-7 0 0 0,1-4 0 0 0,0-1 0 0 0,0 0 0 0 0,1 1 0 0 0,0 0 0 0 0,2-1 0 0 0,1-2 0 0 0,3-1 0 0 0,5-4 0 0 0,7-6-16383 0 0,2-1 16383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02:58:38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16958 11881 16383 0 0,'0'0'0'0'0,"-2"0"0"0"0,0 1 0 0 0,4 5 0 0 0,11 12 0 0 0,18 19 0 0 0,22 24 0 0 0,32 32 0 0 0,27 27 0 0 0,28 30 0 0 0,12 15 0 0 0,-5-6 0 0 0,-23-27 0 0 0,-28-30 0 0 0,-24-26 0 0 0,-21-22 0 0 0,-17-20 0 0 0,-12-12 0 0 0,-8-8 0 0 0,-2 1 0 0 0,2 8 0 0 0,6 7 0 0 0,6 10 0 0 0,7 10 0 0 0,1 4 0 0 0,-4-4 0 0 0,-5-8 0 0 0,-8-11 0 0 0,-6-11 0 0 0,-5-4 0 0 0,-4 1 0 0 0,-2 5 0 0 0,0 5 0 0 0,-1-2 0 0 0,0-6 0 0 0,-2-6 0 0 0,1-5-16383 0 0,-1-5 16383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14299 7630 16383 0 0,'0'0'0'0'0,"1"-2"0"0"0,3-3 0 0 0,9-3 0 0 0,9-4 0 0 0,6 0 0 0 0,7 1 0 0 0,0 3 0 0 0,-6 4 0 0 0,-11 7 0 0 0,-12 11 0 0 0,-11 10 0 0 0,-9 6 0 0 0,-10 4 0 0 0,-2-1 0 0 0,2-6 0 0 0,6-8 0 0 0,5-6 0 0 0,3-7 0 0 0,-2-4 0 0 0,0-2 0 0 0,-2-4 0 0 0,1-1 0 0 0,1-3 0 0 0,4-4 0 0 0,2-2 0 0 0,7-2 0 0 0,12-5 0 0 0,13-3 0 0 0,10 1 0 0 0,8-1 0 0 0,-4 5 0 0 0,-8 7 0 0 0,-10 7 0 0 0,-14 11 0 0 0,-11 8 0 0 0,-8 3 0 0 0,-4-1 0 0 0,-1-2 0 0 0,-2-3 0 0 0,2-3 0 0 0,2-3 0 0 0,4-3 0 0 0,4-2 0 0 0,4-2 0 0 0,3-1 0 0 0,6-2 0 0 0,5-3 0 0 0,9-3 0 0 0,3 1 0 0 0,-2 1 0 0 0,-5 4 0 0 0,-9 8 0 0 0,-11 8 0 0 0,-8 6 0 0 0,-6 2 0 0 0,-1-2 0 0 0,2-3 0 0 0,5-5 0 0 0,3-3 0 0 0,4-4 0 0 0,2-1 0 0 0,2-3 0 0 0,0 0-16383 0 0,0 0 16383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16350 7622 16383 0 0,'1'0'0'0'0,"0"0"0"0"0,3 0 0 0 0,3 0 0 0 0,0 0 0 0 0,-1 0 0 0 0,-4 3 0 0 0,-8 4 0 0 0,-9 7 0 0 0,-11 4 0 0 0,-11 2 0 0 0,-2-2 0 0 0,6-3 0 0 0,9-5 0 0 0,7-6 0 0 0,7-4 0 0 0,4-4 0 0 0,4-4 0 0 0,4-4 0 0 0,0-2 0 0 0,-4 1 0 0 0,8-1 0 0 0,8 2 0 0 0,6 3 0 0 0,4 3 0 0 0,-4 3 0 0 0,-4 1 0 0 0,-5 2 0 0 0,-5 4 0 0 0,-6 6 0 0 0,-3 5 0 0 0,-7 7 0 0 0,-5 2 0 0 0,-4 0 0 0 0,-2-3 0 0 0,2-5 0 0 0,1-6 0 0 0,0-4 0 0 0,-2-6 0 0 0,-3-6 0 0 0,-2-5 0 0 0,1-2 0 0 0,5-4 0 0 0,6-8 0 0 0,9-5 0 0 0,12-2 0 0 0,9 1 0 0 0,6 4 0 0 0,2 6 0 0 0,-1 7 0 0 0,-4 5 0 0 0,-5 6 0 0 0,-4 6 0 0 0,-4 6 0 0 0,-2 4 0 0 0,-3 3 0 0 0,-4 2 0 0 0,-1-1 0 0 0,-5-1 0 0 0,-3-2 0 0 0,-3-3 0 0 0,1-3 0 0 0,2-3 0 0 0,2-2 0 0 0,3-2 0 0 0,4-4 0 0 0,6-4 0 0 0,10-8 0 0 0,8-6 0 0 0,3-1 0 0 0,0 4 0 0 0,-2 5 0 0 0,-4 4 0 0 0,-5 5 0 0 0,-6 6 0 0 0,-7 7 0 0 0,-8 8 0 0 0,-9 8 0 0 0,-4 5 0 0 0,-1-3 0 0 0,1-4 0 0 0,2-7 0 0 0,5-6 0 0 0,5-7 0 0 0,10-11 0 0 0,9-9 0 0 0,7-3 0 0 0,6-2 0 0 0,1 0 0 0 0,-1 5 0 0 0,-3 3 0 0 0,-5 5 0 0 0,-5 2 0 0 0,-3 4 0 0 0,-3 3 0 0 0,-1 4 0 0 0,-3 4 0 0 0,-3 2 0 0 0,-3 2 0 0 0,-2 0 0 0 0,-2-2 0 0 0,-2-2 0 0 0,-2-2 0 0 0,-1-2 0 0 0,2-2 0 0 0,3-1 0 0 0,3-1 0 0 0,2-1 0 0 0,2 0 0 0 0,2-1 0 0 0,0 1 0 0 0,0 0 0 0 0,1 1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12382 10286 16383 0 0,'0'1'0'0'0,"-2"2"0"0"0,-8 14 0 0 0,-14 22 0 0 0,-15 29 0 0 0,-15 31 0 0 0,-11 26 0 0 0,-10 21 0 0 0,-5 24 0 0 0,-3 16 0 0 0,1 6 0 0 0,4-3 0 0 0,7-10 0 0 0,12-17 0 0 0,13-22 0 0 0,13-26 0 0 0,9-26 0 0 0,7-23 0 0 0,4-15 0 0 0,-1-7 0 0 0,-2 0 0 0 0,-4 3 0 0 0,-4 6 0 0 0,-4 3 0 0 0,-3 5 0 0 0,-2 3 0 0 0,1-4 0 0 0,3-6 0 0 0,5-7 0 0 0,4-8 0 0 0,3-6 0 0 0,0-3 0 0 0,-2 0 0 0 0,-4 1 0 0 0,-7 8 0 0 0,-6 8 0 0 0,-4 6 0 0 0,0 3 0 0 0,3 0 0 0 0,7-6 0 0 0,5-8 0 0 0,8-9 0 0 0,5-9 0 0 0,4-7 0 0 0,3-7 0 0 0,3-5 0 0 0,1-2 0 0 0,1-1 0 0 0,0-1 0 0 0,-1 2 0 0 0,-1 0 0 0 0,0 0 0 0 0,1-2 0 0 0,12-7-16383 0 0,4-2 16383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18633 10180 16383 0 0,'1'0'0'0'0,"-1"0"0"0"0,2 1 0 0 0,10 9 0 0 0,24 21 0 0 0,22 18 0 0 0,33 21 0 0 0,43 27 0 0 0,51 28 0 0 0,45 22 0 0 0,23 9 0 0 0,-12-7 0 0 0,-36-19 0 0 0,-43-19 0 0 0,-44-19 0 0 0,-39-10 0 0 0,-29 1 0 0 0,-19 8 0 0 0,-12 8 0 0 0,-5 10 0 0 0,-1 3 0 0 0,1-3 0 0 0,-1-16 0 0 0,-1-20 0 0 0,-3-22 0 0 0,-3-19 0 0 0,-2-14 0 0 0,-1-7 0 0 0,-1-2 0 0 0,-1 7 0 0 0,1 8 0 0 0,0 9 0 0 0,1 6 0 0 0,-1 1 0 0 0,1-5 0 0 0,-1-8 0 0 0,0-9 0 0 0,-1-7 0 0 0,0-4 0 0 0,-1 2 0 0 0,0 6 0 0 0,0 5 0 0 0,0 4 0 0 0,0-2 0 0 0,0-3 0 0 0,-1-6 0 0 0,1-4 0 0 0,0 0 0 0 0,0 0 0 0 0,0-1 0 0 0,0-1 0 0 0,0-1 0 0 0,0-2 0 0 0,0 5 0 0 0,1 8 0 0 0,1 6 0 0 0,0 1 0 0 0,1-2 0 0 0,-2-5 0 0 0,1-5 0 0 0,4-4 0 0 0,3-2 0 0 0,4-2 0 0 0,-1-1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18595 7742 16383 0 0,'1'0'0'0'0,"6"-1"0"0"0,28-1 0 0 0,32-2 0 0 0,45 1 0 0 0,43 1 0 0 0,30 3 0 0 0,14 4 0 0 0,-7 2 0 0 0,-16 4 0 0 0,-29 2 0 0 0,-15 7 0 0 0,-7 5 0 0 0,-1 6 0 0 0,3 0 0 0 0,1-1 0 0 0,1-5 0 0 0,2-4 0 0 0,-2-5 0 0 0,-8-2 0 0 0,-18-3 0 0 0,-23-2 0 0 0,-16 1 0 0 0,-9 1 0 0 0,-4 4 0 0 0,1 5 0 0 0,5 4 0 0 0,9 1 0 0 0,12 3 0 0 0,6-2 0 0 0,3-6 0 0 0,1-5 0 0 0,-7-4 0 0 0,-7-3 0 0 0,-7-1 0 0 0,-8-1 0 0 0,-11 1 0 0 0,-11 0 0 0 0,0 5 0 0 0,1 5 0 0 0,7 5 0 0 0,7 2 0 0 0,8 1 0 0 0,4 1 0 0 0,0-1 0 0 0,-6-4 0 0 0,-10-4 0 0 0,-7-5 0 0 0,-7-2 0 0 0,-4-1 0 0 0,-2 1 0 0 0,11 8 0 0 0,11 6 0 0 0,7 1 0 0 0,2-3 0 0 0,-4-6 0 0 0,-10-5 0 0 0,-13-4 0 0 0,-13-5 0 0 0,-29-5 0 0 0,-32-5-16383 0 0,-8-1 16383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12825 7786 16383 0 0,'-3'0'0'0'0,"-16"0"0"0"0,-28 2 0 0 0,-50 3 0 0 0,-54 2 0 0 0,-66 5 0 0 0,-34 3 0 0 0,5-2 0 0 0,23-1 0 0 0,33-5 0 0 0,32-3 0 0 0,28-1 0 0 0,16-2 0 0 0,5 1 0 0 0,0 3 0 0 0,-12 7 0 0 0,-11 5 0 0 0,0 1 0 0 0,7-1 0 0 0,11-2 0 0 0,19-2 0 0 0,22-2 0 0 0,21-3 0 0 0,18-2 0 0 0,14-3 0 0 0,10-1 0 0 0,2 0 0 0 0,-5 2 0 0 0,-15 5 0 0 0,-15 7 0 0 0,-7 4 0 0 0,-6 3 0 0 0,-1 1 0 0 0,2-2 0 0 0,8-2 0 0 0,11-6 0 0 0,12-5 0 0 0,10-4 0 0 0,7-3 0 0 0,14 1 0 0 0,7 1-16383 0 0,2 0 16383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14469 6303 16383 0 0,'0'0'0'0'0,"-3"0"0"0"0,-8-1 0 0 0,-16-4 0 0 0,-14-4 0 0 0,-5-2 0 0 0,-4-5 0 0 0,-1-6 0 0 0,-1-6 0 0 0,2-3 0 0 0,5-1 0 0 0,3 0 0 0 0,-1-1 0 0 0,1 1 0 0 0,1 1 0 0 0,3 4 0 0 0,6 5 0 0 0,5 5 0 0 0,4 3 0 0 0,5 3 0 0 0,4 3 0 0 0,0 0 0 0 0,0 0 0 0 0,-3-5 0 0 0,-4-4 0 0 0,-6-5 0 0 0,-7-3 0 0 0,-9-1 0 0 0,-5-2 0 0 0,-2 2 0 0 0,0 3 0 0 0,6 5 0 0 0,6 3 0 0 0,6 3 0 0 0,0 1 0 0 0,-4-1 0 0 0,-12-5 0 0 0,-15-4 0 0 0,-11-2 0 0 0,-11-3 0 0 0,-5-1 0 0 0,-7 2 0 0 0,-8 2 0 0 0,-5 1 0 0 0,-3 6 0 0 0,7 4 0 0 0,12 3 0 0 0,14 3 0 0 0,15 2 0 0 0,13 0 0 0 0,10 0 0 0 0,5 1 0 0 0,1-3 0 0 0,-12-2 0 0 0,-17-3 0 0 0,-17-3 0 0 0,-16 1 0 0 0,-7 0 0 0 0,-2 3 0 0 0,9 1 0 0 0,19 3 0 0 0,24 2 0 0 0,20 1 0 0 0,18 2 0 0 0,10 1-16383 0 0,7 1 16383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16970 6217 16383 0 0,'1'0'0'0'0,"-1"0"0"0"0,1 0 0 0 0,-1 0 0 0 0,0-2 0 0 0,0-3 0 0 0,2-5 0 0 0,2-6 0 0 0,7-6 0 0 0,11-5 0 0 0,20-9 0 0 0,21-9 0 0 0,24-9 0 0 0,16-5 0 0 0,14-5 0 0 0,3 0 0 0 0,-8 5 0 0 0,-20 13 0 0 0,-17 11 0 0 0,-13 11 0 0 0,-9 5 0 0 0,-7 4 0 0 0,-3 3 0 0 0,4 4 0 0 0,11 2 0 0 0,17 2 0 0 0,14 0 0 0 0,9 1 0 0 0,-5 1 0 0 0,-11 0 0 0 0,-4-1 0 0 0,-2 1 0 0 0,0-1 0 0 0,-11 0 0 0 0,-10 1 0 0 0,-5 0 0 0 0,-3 2 0 0 0,1 0 0 0 0,8 0 0 0 0,9 1 0 0 0,8 0 0 0 0,9-2 0 0 0,2 1 0 0 0,3-2 0 0 0,-3 0 0 0 0,-11-1 0 0 0,-16 1 0 0 0,-16 1 0 0 0,-12 0 0 0 0,-9-1 0 0 0,-3 0 0 0 0,-3 0 0 0 0,-1 0 0 0 0,-3 1 0 0 0,-2-1 0 0 0,-3 1 0 0 0,-1 0 0 0 0,-2 0 0 0 0,-1 0 0 0 0,1 0 0 0 0,1 0 0 0 0,0 0 0 0 0,0 0 0 0 0,-2 1 0 0 0,-1 0 0 0 0,-1-1-16383 0 0,0 1 16383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02:58:40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9937 7365 16383 0 0,'2'2'0'0'0,"7"3"0"0"0,6 5 0 0 0,10 9 0 0 0,8 6 0 0 0,12 10 0 0 0,13 10 0 0 0,15 9 0 0 0,9 4 0 0 0,2 0 0 0 0,-9-6 0 0 0,-10-8 0 0 0,-13-8 0 0 0,-12-8 0 0 0,-10-7 0 0 0,-6-5 0 0 0,-6-4 0 0 0,-1-2 0 0 0,1 2 0 0 0,5 1 0 0 0,4 1 0 0 0,2-1 0 0 0,-2-1 0 0 0,-5-2 0 0 0,-6-3 0 0 0,-3-1 0 0 0,6 2 0 0 0,10 5 0 0 0,11 5 0 0 0,11 3 0 0 0,6 4 0 0 0,2-1 0 0 0,-1-4 0 0 0,-2-5 0 0 0,-6-4 0 0 0,-9-5 0 0 0,-10-2 0 0 0,-8-3 0 0 0,0 0 0 0 0,7-1 0 0 0,5 0 0 0 0,5 0 0 0 0,1-1 0 0 0,-2 1 0 0 0,-9 0 0 0 0,-8 0 0 0 0,-6-2 0 0 0,0 1 0 0 0,4-1 0 0 0,3 0 0 0 0,0 0 0 0 0,-1 0 0 0 0,1 0 0 0 0,1 0 0 0 0,0-1 0 0 0,-1 0 0 0 0,0 0 0 0 0,-1 0 0 0 0,3-1 0 0 0,5-1 0 0 0,3-1 0 0 0,2-2 0 0 0,-2 0 0 0 0,-6 1 0 0 0,-6 1 0 0 0,-1 1 0 0 0,5-2 0 0 0,7-2 0 0 0,9-4 0 0 0,5-2 0 0 0,1-1 0 0 0,-5 3 0 0 0,-7 2 0 0 0,-5 2 0 0 0,-3-1 0 0 0,0-1 0 0 0,2-1 0 0 0,-1-1 0 0 0,-2 0 0 0 0,-3 1 0 0 0,0 1 0 0 0,-1-2 0 0 0,-3 2 0 0 0,-3 1 0 0 0,-2 1 0 0 0,-2 0 0 0 0,1 0 0 0 0,-1-1 0 0 0,0-4 0 0 0,1-1 0 0 0,-1 0 0 0 0,1-1 0 0 0,0 0 0 0 0,2-2 0 0 0,4-3 0 0 0,1-2 0 0 0,0 0 0 0 0,-4 5 0 0 0,-4 3 0 0 0,-2 1 0 0 0,-3-1 0 0 0,0 1 0 0 0,-3 1 0 0 0,0 2 0 0 0,-2 3 0 0 0,1 1 0 0 0,1 0 0 0 0,0 1 0 0 0,1 0 0 0 0,0-1 0 0 0,1-1 0 0 0,1-3 0 0 0,2-4 0 0 0,1-2 0 0 0,-2 1 0 0 0,-1 2 0 0 0,-1 1 0 0 0,-2 2 0 0 0,-1 1 0 0 0,0 0 0 0 0,1 1 0 0 0,-1-1 0 0 0,0 2 0 0 0,0 2 0 0 0,-2 2 0 0 0,0 0 0 0 0,0-2 0 0 0,0-2 0 0 0,1-1 0 0 0,0 2 0 0 0,0-3 0 0 0,1 0 0 0 0,0 0 0 0 0,0 2 0 0 0,-1 1 0 0 0,1 1 0 0 0,0 2 0 0 0,1 0 0 0 0,-1-1 0 0 0,-1 0 0 0 0,0 1 0 0 0,-1 1 0 0 0,0 0 0 0 0,0 0 0 0 0,1 1 0 0 0,0-2 0 0 0,0 1 0 0 0,1-1 0 0 0,-1 0 0 0 0,0 1 0 0 0,-1 0 0 0 0,0 0 0 0 0,0 0 0 0 0,-1 1 0 0 0,1-1 0 0 0,-1-3 0 0 0,1-1 0 0 0,0 0 0 0 0,1 0 0 0 0,-1 2 0 0 0,1 1 0 0 0,-1 2 0 0 0,-1 1 0 0 0,0 1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14141 7535 16383 0 0,'0'0'0'0'0,"0"0"0"0"0,1 0 0 0 0,0-1 0 0 0,0-1 0 0 0,0 1 0 0 0,0-1 0 0 0,-1-3 0 0 0,-3-7 0 0 0,-1-4 0 0 0,-2-1 0 0 0,1 2 0 0 0,1 4 0 0 0,1 2 0 0 0,4 3 0 0 0,5 1 0 0 0,6 1 0 0 0,4 1 0 0 0,6 0 0 0 0,2 1 0 0 0,0 2 0 0 0,-2 2 0 0 0,-2 4 0 0 0,-2 2 0 0 0,-1 3 0 0 0,-2 3 0 0 0,-4 0 0 0 0,-4-3 0 0 0,-3-2 0 0 0,-7-1 0 0 0,-4-1 0 0 0,-4-1 0 0 0,-2-2 0 0 0,-1-1 0 0 0,3-1 0 0 0,3-1 0 0 0,2-1 0 0 0,4 0 0 0 0,1-1 0 0 0,1 0 0 0 0,2-2 0 0 0,1 0 0 0 0,2-2 0 0 0,1 0 0 0 0,2 0 0 0 0,-1 3 0 0 0,-3 4 0 0 0,-4 5 0 0 0,-5 5 0 0 0,-3-1 0 0 0,-1 0 0 0 0,2-4 0 0 0,1-2 0 0 0,2-3 0 0 0,2-2 0 0 0,1-2 0 0 0,4-2 0 0 0,4-2 0 0 0,5-1 0 0 0,0 0 0 0 0,-1 2 0 0 0,-4 1 0 0 0,-2 2 0 0 0,-3 1 0 0 0,-3 3 0 0 0,-5 3 0 0 0,-1 1 0 0 0,-1 0 0 0 0,0-1 0 0 0,-1-2 0 0 0,-1-1 0 0 0,2-1 0 0 0,2-1 0 0 0,8-4 0 0 0,6 0 0 0 0,4-1 0 0 0,-1 1 0 0 0,-1 3 0 0 0,-3 3 0 0 0,-3 4 0 0 0,-3 3 0 0 0,-4 3 0 0 0,-6 0 0 0 0,-8 2 0 0 0,-4-1 0 0 0,0-3 0 0 0,3-4 0 0 0,5-4 0 0 0,3-6 0 0 0,1-6 0 0 0,3-3 0 0 0,2-2 0 0 0,1 2 0 0 0,2 3 0 0 0,-1 3 0 0 0,0 2 0 0 0,-1 0 0 0 0,2 0 0 0 0,3-1 0 0 0,8-5 0 0 0,10-2 0 0 0,7 0 0 0 0,-1 3 0 0 0,-3 2 0 0 0,-5 3 0 0 0,-5 3 0 0 0,-4 2 0 0 0,-4 2 0 0 0,-2 0 0 0 0,-2 1 0 0 0,-1 1 0 0 0,-1 1 0 0 0,-1 1 0 0 0,-1 2 0 0 0,-1 1 0 0 0,0-1 0 0 0,-4 1 0 0 0,-4 0 0 0 0,-3 0 0 0 0,1-2 0 0 0,3-2 0 0 0,3-2 0 0 0,2-1 0 0 0,3-2 0 0 0,2-1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16274 7479 16383 0 0,'0'0'0'0'0,"-1"0"0"0"0,0-1 0 0 0,0 1-16383 0 0,0-1 16383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16151 7479 16383 0 0,'9'-3'0'0'0,"7"-2"0"0"0,3 0 0 0 0,2 0 0 0 0,0 2 0 0 0,-3 0 0 0 0,-2 1 0 0 0,-3 1 0 0 0,-4 1 0 0 0,-4 0 0 0 0,-2 1 0 0 0,-4 1 0 0 0,-6 3 0 0 0,-10 4 0 0 0,-10 2 0 0 0,-12 2 0 0 0,-4 0 0 0 0,3-3 0 0 0,10-4 0 0 0,12-10 0 0 0,11-9 0 0 0,10-6 0 0 0,7-1 0 0 0,3 1 0 0 0,2 5 0 0 0,-3 4 0 0 0,-2 5 0 0 0,-1 4 0 0 0,1 5 0 0 0,0 6 0 0 0,0 6 0 0 0,-1 2 0 0 0,-3-1 0 0 0,-2-2 0 0 0,-4-2 0 0 0,-4-2 0 0 0,-4-1 0 0 0,-4-2 0 0 0,-1-2 0 0 0,2-2 0 0 0,3-2 0 0 0,2-2 0 0 0,4-5 0 0 0,4-6 0 0 0,5-7 0 0 0,8-5 0 0 0,10-3 0 0 0,2 2 0 0 0,-1 4 0 0 0,-3 6 0 0 0,1 7 0 0 0,-1 6 0 0 0,0 7 0 0 0,-2 6 0 0 0,-2 4 0 0 0,-4 3 0 0 0,-4 1 0 0 0,-5 0 0 0 0,-4-3 0 0 0,-4-3 0 0 0,-3-2 0 0 0,-6-2 0 0 0,-7-3 0 0 0,-5-1 0 0 0,0-2 0 0 0,4-2 0 0 0,5-1 0 0 0,5-3 0 0 0,3 0 0 0 0,4-2 0 0 0,3-1 0 0 0,4-3 0 0 0,4-2 0 0 0,4-4 0 0 0,1 2 0 0 0,-1 1 0 0 0,-3 4 0 0 0,-4 4 0 0 0,-4 4 0 0 0,-6 5 0 0 0,-11 8 0 0 0,-9 5 0 0 0,-7 2 0 0 0,-1-4 0 0 0,6-3 0 0 0,7-6 0 0 0,6-3 0 0 0,5-6 0 0 0,5-4 0 0 0,2-4 0 0 0,4-6 0 0 0,3-3 0 0 0,3-3 0 0 0,0 3 0 0 0,-2 4 0 0 0,-1 4 0 0 0,-1 4 0 0 0,-2 2 0 0 0,-3 4 0 0 0,0 2 0 0 0,-1 5 0 0 0,-2 1 0 0 0,-2 2 0 0 0,-5 0 0 0 0,-6 1 0 0 0,-1-1 0 0 0,1-3 0 0 0,5-2 0 0 0,3-3 0 0 0,5-6 0 0 0,3-8 0 0 0,4-8 0 0 0,1-4 0 0 0,3-1 0 0 0,1 5 0 0 0,-1 4 0 0 0,-2 7 0 0 0,-1 6 0 0 0,-2 6 0 0 0,0 4 0 0 0,-2 4 0 0 0,0 1 0 0 0,-1 1 0 0 0,0 1 0 0 0,-1 0 0 0 0,-3-1 0 0 0,-3 0 0 0 0,-4-1 0 0 0,-1-2 0 0 0,0-2 0 0 0,3-3 0 0 0,3-3 0 0 0,2-4 0 0 0,6-7 0 0 0,4-6 0 0 0,6-4 0 0 0,4-2 0 0 0,-1 4 0 0 0,-1 3 0 0 0,-2 3 0 0 0,-2 5 0 0 0,-2 4 0 0 0,0 3 0 0 0,1 5 0 0 0,-1 2 0 0 0,-1 2 0 0 0,-4 3 0 0 0,-6 5 0 0 0,-9 4 0 0 0,-12 4 0 0 0,-14 2 0 0 0,-11 0 0 0 0,-5-4 0 0 0,2-6 0 0 0,8-6 0 0 0,12-6 0 0 0,11-6 0 0 0,11-6 0 0 0,11-11 0 0 0,8-7 0 0 0,6-6 0 0 0,4 0 0 0 0,5 3 0 0 0,-1 5 0 0 0,1 6 0 0 0,1 4 0 0 0,0 5 0 0 0,-2 3 0 0 0,-3 3 0 0 0,-6 1 0 0 0,-4 1 0 0 0,-4 2 0 0 0,-3 0 0 0 0,-2 0 0 0 0,-3 3 0 0 0,-2 1 0 0 0,-1 0 0 0 0,-3 0 0 0 0,-4 0 0 0 0,-5-1 0 0 0,-3-1 0 0 0,2-1 0 0 0,3-3 0 0 0,6-5 0 0 0,6-6 0 0 0,9-5 0 0 0,9-3 0 0 0,5-1 0 0 0,0 4 0 0 0,1 5 0 0 0,-2 5 0 0 0,-3 7 0 0 0,-4 5 0 0 0,-6 4 0 0 0,-4 5 0 0 0,-6 1 0 0 0,-3 1 0 0 0,-4-3 0 0 0,-5-2 0 0 0,-8-2 0 0 0,-7-2 0 0 0,2-2 0 0 0,6-7 0 0 0,15-10 0 0 0,17-11 0 0 0,12-6 0 0 0,8-1 0 0 0,0 4 0 0 0,-2 4 0 0 0,-5 6 0 0 0,-7 6 0 0 0,-4 6 0 0 0,-4 4 0 0 0,-2 4 0 0 0,-3 2 0 0 0,-2 3 0 0 0,-6 4 0 0 0,-5 2 0 0 0,-4 1 0 0 0,-3 0 0 0 0,-4-2 0 0 0,-1-2 0 0 0,3-5 0 0 0,6-3 0 0 0,4-4 0 0 0,5-8 0 0 0,5-7 0 0 0,4-6 0 0 0,5-4 0 0 0,3 0 0 0 0,-1 3 0 0 0,-1 6 0 0 0,-1 4 0 0 0,-1 4 0 0 0,2 3 0 0 0,1 3 0 0 0,1 2 0 0 0,2 2 0 0 0,2 4 0 0 0,-1 2 0 0 0,-1 1 0 0 0,-3 2 0 0 0,-4 0 0 0 0,-5 0 0 0 0,-8 5 0 0 0,-10 5 0 0 0,-10 3 0 0 0,-5-1 0 0 0,-4-4 0 0 0,-3-4 0 0 0,3-5 0 0 0,7-6 0 0 0,9-4 0 0 0,9-8 0 0 0,7-3 0 0 0,8-4 0 0 0,9-3 0 0 0,9-2 0 0 0,6 0 0 0 0,7 1 0 0 0,-1 4 0 0 0,-5 3 0 0 0,-8 3 0 0 0,-5 4 0 0 0,-5 1 0 0 0,-2 2 0 0 0,-2 0 0 0 0,-1 2 0 0 0,-2-1 0 0 0,-1 0 0 0 0,0 1 0 0 0,-1 0 0 0 0,-2-1 0 0 0,1 1 0 0 0,-2 0 0 0 0,0-1 0 0 0,-1 0 0 0 0,1 0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14229 7484 16383 0 0,'1'0'0'0'0,"-1"0"0"0"0,2 0 0 0 0,0 0 0 0 0,3-3 0 0 0,9-6 0 0 0,9-7 0 0 0,8-4 0 0 0,4-1 0 0 0,5 1 0 0 0,-2 4 0 0 0,-8 5 0 0 0,-8 6 0 0 0,-10 6 0 0 0,-6 4 0 0 0,-6 3 0 0 0,-4 2 0 0 0,-3 0 0 0 0,-3 1 0 0 0,-2 0 0 0 0,-3-1 0 0 0,-5 0 0 0 0,-5-2 0 0 0,-3-2 0 0 0,0-1 0 0 0,4-2 0 0 0,8-1 0 0 0,5 0 0 0 0,5-2 0 0 0,3-2 0 0 0,2-2 0 0 0,1-2 0 0 0,0-3 0 0 0,0-1 0 0 0,1-1 0 0 0,0 2 0 0 0,1 2 0 0 0,3 1 0 0 0,2 1 0 0 0,1 2 0 0 0,3 1 0 0 0,0 1 0 0 0,-1 2 0 0 0,-2 1 0 0 0,-2 2 0 0 0,-2 3 0 0 0,-2 4 0 0 0,-5 5 0 0 0,-3 1 0 0 0,-5 1 0 0 0,-8-1 0 0 0,-7-1 0 0 0,-6-3 0 0 0,-1-5 0 0 0,6-2 0 0 0,8-5 0 0 0,6-4 0 0 0,6-7 0 0 0,4-10 0 0 0,2-9 0 0 0,2-6 0 0 0,1 3 0 0 0,2 6 0 0 0,4 9 0 0 0,7 8 0 0 0,15 10 0 0 0,14 8 0 0 0,9 6 0 0 0,-3 1 0 0 0,-11-2 0 0 0,-11-3 0 0 0,-11-1 0 0 0,-9 0 0 0 0,-7 4 0 0 0,-4-1 0 0 0,-3 1 0 0 0,-3 0 0 0 0,-3-3 0 0 0,-2-1 0 0 0,-4-1 0 0 0,-1-3 0 0 0,-3-2 0 0 0,3-1 0 0 0,3-1 0 0 0,5-2 0 0 0,4 0 0 0 0,5-1 0 0 0,3-2 0 0 0,9-4 0 0 0,10-3 0 0 0,7-2 0 0 0,1 2 0 0 0,-1 2 0 0 0,-4 2 0 0 0,-5 4 0 0 0,-6 2 0 0 0,-5 1 0 0 0,-6 4 0 0 0,-5 3 0 0 0,-4 1 0 0 0,-5 0 0 0 0,-6 2 0 0 0,-2-2 0 0 0,-2-2 0 0 0,2-1 0 0 0,4-2 0 0 0,3-2 0 0 0,4 0 0 0 0,4-1 0 0 0,1-2 0 0 0,2 0 0 0 0,1-1 0 0 0,0 0 0 0 0,1-1 0 0 0,0 0 0 0 0,0 0 0 0 0,0 0 0 0 0,1 1 0 0 0,5-1 0 0 0,5 0 0 0 0,5-1 0 0 0,1 0 0 0 0,-1 1 0 0 0,-4 1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03:42:40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9632 7215 16383 0 0,'0'1'0'0'0,"0"0"0"0"0,-1 0 0 0 0,0-1 0 0 0,0 1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03:42:40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10043 7215 16383 0 0,'0'-1'0'0'0,"0"1"0"0"0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03:42:40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9903 7629 16383 0 0,'0'-1'0'0'0,"0"0"0"0"0,0 0 0 0 0,1 0 0 0 0,0 1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03:42:4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9569 7825 16383 0 0,'0'1'0'0'0,"0"1"0"0"0,1 4 0 0 0,0 1 0 0 0,3 4 0 0 0,6 2 0 0 0,10 5 0 0 0,7 1 0 0 0,5 4 0 0 0,8 2 0 0 0,4 1 0 0 0,2-2 0 0 0,-3-3 0 0 0,-4-5 0 0 0,-7-4 0 0 0,-5-3 0 0 0,-7-4 0 0 0,-6-2 0 0 0,-3-2 0 0 0,-2-1 0 0 0,1 0 0 0 0,4 0 0 0 0,5-2 0 0 0,4 0 0 0 0,3 0 0 0 0,4-1 0 0 0,3-1 0 0 0,4 1 0 0 0,2-2 0 0 0,0-2 0 0 0,-2 0 0 0 0,-5 0 0 0 0,-7 1 0 0 0,-5 1 0 0 0,-2-2 0 0 0,1-2 0 0 0,0-1 0 0 0,2-2 0 0 0,-1 0 0 0 0,-2 2 0 0 0,-5 2 0 0 0,-2 2 0 0 0,-4 1 0 0 0,-1 0 0 0 0,-1 0 0 0 0,-1 0 0 0 0,2 0 0 0 0,0-1 0 0 0,2-1 0 0 0,2 0 0 0 0,2-2 0 0 0,1 0 0 0 0,0 0 0 0 0,-3 1 0 0 0,-2 2 0 0 0,-2 1 0 0 0,1-2 0 0 0,1-3 0 0 0,0-1 0 0 0,-2-2 0 0 0,-2 1 0 0 0,-2 0 0 0 0,-1 1 0 0 0,-1 3 0 0 0,-1 1 0 0 0,1 0 0 0 0,-1 0 0 0 0,1-1 0 0 0,-1-1 0 0 0,1 1 0 0 0,0 2 0 0 0,1 1 0 0 0,0 0 0 0 0,1-1 0 0 0,0-1 0 0 0,-1-2 0 0 0,0 2 0 0 0,-1 1 0 0 0,0 3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03:42:40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9839 10676 16383 0 0,'0'0'0'0'0,"1"0"0"0"0,0 1 0 0 0,1-1 0 0 0,0 0 0 0 0,1 4 0 0 0,4 15 0 0 0,10 18 0 0 0,14 21 0 0 0,21 21 0 0 0,20 13 0 0 0,13 4 0 0 0,-5-13 0 0 0,-4-11 0 0 0,-10-15 0 0 0,-6-14 0 0 0,-5-12 0 0 0,0-7 0 0 0,6-2 0 0 0,13 3 0 0 0,11 1 0 0 0,9-1 0 0 0,13 1 0 0 0,1-3 0 0 0,-9-4 0 0 0,-9-5 0 0 0,2-6 0 0 0,4-3 0 0 0,8-2 0 0 0,3-3 0 0 0,-1 1 0 0 0,-5-1 0 0 0,-11 1 0 0 0,-5 0 0 0 0,-13 1 0 0 0,-9 0 0 0 0,-11 1 0 0 0,-4-1 0 0 0,-1-1 0 0 0,5-1 0 0 0,16 0 0 0 0,12-2 0 0 0,6 1 0 0 0,0-1 0 0 0,-9 1 0 0 0,-13-1 0 0 0,-8-1 0 0 0,7-5 0 0 0,11-6 0 0 0,8-7 0 0 0,-8 1 0 0 0,-4-6 0 0 0,-2-4 0 0 0,-2-9 0 0 0,-6-1 0 0 0,-5-1 0 0 0,-9 4 0 0 0,-7 4 0 0 0,-4 3 0 0 0,1-3 0 0 0,5-9 0 0 0,10-11 0 0 0,5-8 0 0 0,1-1 0 0 0,-6 5 0 0 0,-8 7 0 0 0,-11 10 0 0 0,-10 11 0 0 0,-8 10 0 0 0,-4 5 0 0 0,1-3 0 0 0,0-3 0 0 0,-1-2 0 0 0,-2-1 0 0 0,-1 2 0 0 0,-2 2 0 0 0,-1 0 0 0 0,0 2 0 0 0,-1 3 0 0 0,-1 3 0 0 0,0 3 0 0 0,-1 2 0 0 0,1 1 0 0 0,1-1 0 0 0,1 1 0 0 0,0 0 0 0 0,-1 2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10085 9972 16383 0 0,'0'0'0'0'0,"0"0"0"0"0,-2 0 0 0 0,0 0 0 0 0,0-1 0 0 0,0 1 0 0 0,-1 0-16383 0 0,0 0 16383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10125 9980 16383 0 0,'0'-1'0'0'0,"0"0"0"0"0,1 0 0 0 0,0 0 0 0 0,0 1 0 0 0,1-1 0 0 0,0 1 0 0 0,-1 0 0 0 0,1 0 0 0 0,0 0 0 0 0,-1 1 0 0 0,0 0 0 0 0,0 1 0 0 0,0 1 0 0 0,0 0 0 0 0,-1 1 0 0 0,0-1 0 0 0,-1 0 0 0 0,1-1 0 0 0,-2 2 0 0 0,0 0 0 0 0,-1 0 0 0 0,-1-1 0 0 0,1-1 0 0 0,1-1 0 0 0,2-1 0 0 0,0 0 0 0 0,1-1 0 0 0,-1 0 0 0 0,0 0 0 0 0,2 1 0 0 0,4-2 0 0 0,5-3 0 0 0,13-5 0 0 0,11-4 0 0 0,4-1 0 0 0,-5 1 0 0 0,-6 4 0 0 0,-9 3 0 0 0,-7 4 0 0 0,-5 5 0 0 0,-5 3 0 0 0,-2 1 0 0 0,-1 4 0 0 0,-1 3 0 0 0,-1 2 0 0 0,-3 2 0 0 0,-1 0 0 0 0,-5 0 0 0 0,-7 1 0 0 0,-4 2 0 0 0,0-3 0 0 0,-3 1 0 0 0,1 0 0 0 0,5-3 0 0 0,4-5 0 0 0,7-4 0 0 0,5-4 0 0 0,4-4 0 0 0,3-6 0 0 0,1-6 0 0 0,0-3 0 0 0,-1-1 0 0 0,0-1 0 0 0,-1 2 0 0 0,0 3 0 0 0,-2 4 0 0 0,1 4 0 0 0,-1 3 0 0 0,2 1 0 0 0,2-1 0 0 0,1-2 0 0 0,3 0 0 0 0,1 0 0 0 0,0 1 0 0 0,-1 0 0 0 0,-2 2 0 0 0,-2 0 0 0 0,-1 3 0 0 0,-2 1 0 0 0,-1 1 0 0 0,0 3 0 0 0,0 0 0 0 0,0 2 0 0 0,0-1 0 0 0,-5 2 0 0 0,-5 3 0 0 0,-10 6 0 0 0,-7 3 0 0 0,-8 1 0 0 0,-2-1 0 0 0,2-5 0 0 0,6-4 0 0 0,8-5 0 0 0,8-5 0 0 0,6-5 0 0 0,4-8 0 0 0,3-8 0 0 0,2-3 0 0 0,0 0 0 0 0,1 1 0 0 0,-1 4 0 0 0,1 5 0 0 0,0 4 0 0 0,0 2 0 0 0,5 0 0 0 0,6 0 0 0 0,7-1 0 0 0,3 0 0 0 0,-1 1 0 0 0,-5 2 0 0 0,-6 1 0 0 0,-3 2 0 0 0,-2 1 0 0 0,-2 2 0 0 0,-2 0 0 0 0,-1 2 0 0 0,-1 0 0 0 0,-1 2 0 0 0,-1 1 0 0 0,1 0 0 0 0,-1 0 0 0 0,-2 0 0 0 0,-5 2 0 0 0,-2 1 0 0 0,-3 0 0 0 0,-1-1 0 0 0,2-2 0 0 0,2-2 0 0 0,3-2 0 0 0,3-5 0 0 0,4-5 0 0 0,5-7 0 0 0,5-6 0 0 0,6-4 0 0 0,7-1 0 0 0,9-2 0 0 0,0 4 0 0 0,-1 6 0 0 0,-4 5 0 0 0,-8 8 0 0 0,-6 4 0 0 0,-7 5 0 0 0,-6 8 0 0 0,-5 6 0 0 0,-4 4 0 0 0,0 0 0 0 0,-2-2 0 0 0,2-3 0 0 0,-1-4 0 0 0,2-4 0 0 0,1-4 0 0 0,3-2 0 0 0,3-4 0 0 0,0 0 0 0 0,2 0 0 0 0,1-6 0 0 0,11-13 0 0 0,2-2-16383 0 0,0 1 16383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12083 10063 16383 0 0,'-1'0'0'0'0,"-1"-1"0"0"0,-2-1 0 0 0,-2 0 0 0 0,1-2 0 0 0,-1-3 0 0 0,2-5 0 0 0,1-6 0 0 0,2-5 0 0 0,2 1 0 0 0,3 3 0 0 0,1 5 0 0 0,0 5 0 0 0,-1 3 0 0 0,2 5 0 0 0,6 8 0 0 0,10 5 0 0 0,7 5 0 0 0,1 0 0 0 0,-5 0 0 0 0,-6-1 0 0 0,-7 1 0 0 0,-13 3 0 0 0,-15 3 0 0 0,-17 4 0 0 0,-24 2 0 0 0,-21 2 0 0 0,-11-2 0 0 0,0-6 0 0 0,13-6 0 0 0,19-7 0 0 0,19-5 0 0 0,17-4 0 0 0,13-7 0 0 0,15-13 0 0 0,10-12 0 0 0,13-11 0 0 0,11-5 0 0 0,6 2 0 0 0,-3 8 0 0 0,-8 10 0 0 0,-10 9 0 0 0,-7 7 0 0 0,-8 6 0 0 0,-4 5 0 0 0,-4 1 0 0 0,0 3 0 0 0,0 2 0 0 0,1 2 0 0 0,0 0 0 0 0,-3 3 0 0 0,-4 4 0 0 0,-10 7 0 0 0,-11 3 0 0 0,-8 1 0 0 0,0-5 0 0 0,2-3 0 0 0,6-6 0 0 0,13-12 0 0 0,15-13 0 0 0,24-13 0 0 0,13-5 0 0 0,11 2 0 0 0,8 6 0 0 0,-2 7 0 0 0,-8 6 0 0 0,-13 6 0 0 0,-12 5 0 0 0,-10 2 0 0 0,-7 4 0 0 0,-7 4 0 0 0,-6 6 0 0 0,-6 4 0 0 0,-10 5 0 0 0,-13 2 0 0 0,-9 1 0 0 0,-2-4 0 0 0,4-4 0 0 0,10-7 0 0 0,9-6 0 0 0,11-7 0 0 0,17-12 0 0 0,18-11 0 0 0,19-6 0 0 0,7 1 0 0 0,3 2 0 0 0,-4 7 0 0 0,-10 6 0 0 0,-11 8 0 0 0,-11 9 0 0 0,-8 10 0 0 0,-10 11 0 0 0,-7 8 0 0 0,-12 8 0 0 0,-8 3 0 0 0,-8-2 0 0 0,-3-6 0 0 0,3-8 0 0 0,8-9 0 0 0,8-9 0 0 0,4-9 0 0 0,6-12 0 0 0,4-7 0 0 0,2-2 0 0 0,5-3 0 0 0,4 0 0 0 0,9-2 0 0 0,16-4 0 0 0,12 0 0 0 0,16-1 0 0 0,2 4 0 0 0,-9 6 0 0 0,-16 9 0 0 0,-16 8 0 0 0,-14 8 0 0 0,-9 4 0 0 0,-19 7 0 0 0,-18 7 0 0 0,-9-1 0 0 0,-1-2 0 0 0,2-6 0 0 0,-4-3 0 0 0,-2-6 0 0 0,8-4 0 0 0,12-2 0 0 0,12-4 0 0 0,13-8 0 0 0,10-5 0 0 0,5-1 0 0 0,3 2 0 0 0,0 3 0 0 0,-1 4 0 0 0,-2 4 0 0 0,-2 7 0 0 0,-2 7 0 0 0,-3 6 0 0 0,-5 2 0 0 0,-5 1 0 0 0,-2-3 0 0 0,2-4 0 0 0,-1-4 0 0 0,0-4 0 0 0,3-1 0 0 0,3-6 0 0 0,6-6 0 0 0,9-10 0 0 0,11-9 0 0 0,15-2 0 0 0,23-5 0 0 0,10 3 0 0 0,6 5 0 0 0,-3 8 0 0 0,-15 7 0 0 0,-17 6 0 0 0,-15 9 0 0 0,-15 9 0 0 0,-12 7 0 0 0,-12 9 0 0 0,-11 5 0 0 0,-9 3 0 0 0,-2-4 0 0 0,2-6 0 0 0,7-6 0 0 0,7-7 0 0 0,8-4 0 0 0,6-4 0 0 0,7-3 0 0 0,4-2 0 0 0,4-2 0 0 0,3-4 0 0 0,2-2 0 0 0,-1 1 0 0 0,-3 1 0 0 0,-3 1-16383 0 0,-3 2 16383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10183 10028 16383 0 0,'0'0'0'0'0,"1"-1"0"0"0,-1 0 0 0 0,1 0 0 0 0,0 0 0 0 0,0-1 0 0 0,7-2 0 0 0,3 0 0 0 0,1-1 0 0 0,-1 2 0 0 0,-3 4 0 0 0,-2 2 0 0 0,-2 3 0 0 0,-4 3 0 0 0,-5 3 0 0 0,-13 7 0 0 0,-9 3 0 0 0,0-2 0 0 0,4-4 0 0 0,6-6 0 0 0,6-7 0 0 0,4-6 0 0 0,2-8 0 0 0,-1-14 0 0 0,0-7 0 0 0,0-2 0 0 0,1 5 0 0 0,2 6 0 0 0,7 9 0 0 0,11 7 0 0 0,13 10 0 0 0,10 9 0 0 0,2 4 0 0 0,-5 0 0 0 0,-8-1 0 0 0,-9 0 0 0 0,-7 3 0 0 0,-9 2 0 0 0,-10 5 0 0 0,-10 7 0 0 0,-6 1 0 0 0,-3 0 0 0 0,2-7 0 0 0,2-6 0 0 0,-4-6 0 0 0,-3-6 0 0 0,2-3 0 0 0,6-4 0 0 0,5-2 0 0 0,2-5 0 0 0,2-7 0 0 0,0-9 0 0 0,3-7 0 0 0,6-6 0 0 0,5 2 0 0 0,14 2 0 0 0,21-1 0 0 0,22 0 0 0 0,11 4 0 0 0,-5 6 0 0 0,-12 8 0 0 0,-14 7 0 0 0,-13 7 0 0 0,-11 8 0 0 0,-10 8 0 0 0,-13 11 0 0 0,-12 9 0 0 0,-11 2 0 0 0,-4-4 0 0 0,2-6 0 0 0,4-8 0 0 0,4-8 0 0 0,5-5 0 0 0,3-6 0 0 0,1-6 0 0 0,0-5 0 0 0,2-1 0 0 0,4 1 0 0 0,4 0 0 0 0,6-2 0 0 0,14-4 0 0 0,14-5 0 0 0,13-1 0 0 0,17 1 0 0 0,5 4 0 0 0,-8 5 0 0 0,-13 6 0 0 0,-15 7 0 0 0,-12 6 0 0 0,-15 13 0 0 0,-11 9 0 0 0,-11 7 0 0 0,-7 1 0 0 0,-3-3 0 0 0,4-7 0 0 0,7-9 0 0 0,8-7 0 0 0,5-6 0 0 0,3-3 0 0 0,2-6 0 0 0,0-7 0 0 0,1-5 0 0 0,1-4 0 0 0,3-6 0 0 0,2 0 0 0 0,2 4 0 0 0,1 6 0 0 0,0 4 0 0 0,-1 6 0 0 0,1 2 0 0 0,-2 3 0 0 0,-1 2 0 0 0,-1 1 0 0 0,-2 8 0 0 0,-3 7 0 0 0,-7 6 0 0 0,-7 7 0 0 0,-6 5 0 0 0,-1-3 0 0 0,-3-4 0 0 0,-1-6 0 0 0,-1-5 0 0 0,1-6 0 0 0,4-4 0 0 0,5-4 0 0 0,3-6 0 0 0,5-6 0 0 0,2-2 0 0 0,3-2 0 0 0,3-2 0 0 0,2-3 0 0 0,2 2 0 0 0,1 1 0 0 0,1 2 0 0 0,3 2 0 0 0,6 1 0 0 0,9-1 0 0 0,4 0 0 0 0,1 1 0 0 0,-5 3 0 0 0,-7 3 0 0 0,-6 3 0 0 0,-5 3 0 0 0,-4 5 0 0 0,-6 5 0 0 0,-4 3 0 0 0,-1-1 0 0 0,2-2 0 0 0,5-9 0 0 0,5-9 0 0 0,9-8 0 0 0,3-3 0 0 0,0 1-16383 0 0,-1 2 16383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11861 10188 16383 0 0,'1'0'0'0'0,"0"0"0"0"0,0 0 0 0 0,5 0 0 0 0,6 0 0 0 0,7 1 0 0 0,1 1 0 0 0,-1 1 0 0 0,-2 1 0 0 0,-4 3 0 0 0,-3 1 0 0 0,-3 0 0 0 0,-3 0 0 0 0,-3 0 0 0 0,-4 2 0 0 0,-5 3 0 0 0,-4-1 0 0 0,1 0 0 0 0,1-3 0 0 0,4-4 0 0 0,3-3 0 0 0,1-4 0 0 0,-1-8 0 0 0,2-5 0 0 0,0-2 0 0 0,1 0 0 0 0,4 2 0 0 0,6 2 0 0 0,3 3 0 0 0,0 4 0 0 0,-1 2 0 0 0,-1 3 0 0 0,-2 1 0 0 0,-2 2 0 0 0,-2 1 0 0 0,-3 3 0 0 0,-1 5 0 0 0,-2 12 0 0 0,-3 4 0 0 0,-10 3 0 0 0,-11 2 0 0 0,-14 1 0 0 0,-7-2 0 0 0,-2-6 0 0 0,8-6 0 0 0,9-6 0 0 0,9-6 0 0 0,9-4 0 0 0,6-5 0 0 0,3-8 0 0 0,3-10 0 0 0,1-8 0 0 0,3-4 0 0 0,4 0 0 0 0,9-1 0 0 0,9 3 0 0 0,3 4 0 0 0,7 5 0 0 0,6 4 0 0 0,4 4 0 0 0,-4 6 0 0 0,-8 3 0 0 0,-7 2 0 0 0,-8 5 0 0 0,-7 5 0 0 0,-5 4 0 0 0,-9 4 0 0 0,-11 4 0 0 0,-15 2 0 0 0,-12-2 0 0 0,-7-1 0 0 0,-2-4 0 0 0,3-5 0 0 0,9-4 0 0 0,10-4 0 0 0,8-5 0 0 0,7-4 0 0 0,6-3 0 0 0,5-4 0 0 0,3-3 0 0 0,4-2 0 0 0,5-3 0 0 0,8-4 0 0 0,7 0 0 0 0,4 1 0 0 0,-1 4 0 0 0,-1 6 0 0 0,-3 5 0 0 0,-3 5 0 0 0,-1 2 0 0 0,0 5 0 0 0,5 4 0 0 0,8 5 0 0 0,0 2 0 0 0,-4 0 0 0 0,-8-2 0 0 0,-7-3 0 0 0,-6-1 0 0 0,-8 2 0 0 0,-10 4 0 0 0,-15 4 0 0 0,-15 6 0 0 0,-2 1 0 0 0,4-5 0 0 0,10-5 0 0 0,7-13 0 0 0,9-17 0 0 0,6-19 0 0 0,5-13 0 0 0,11-12 0 0 0,11-3 0 0 0,12 1 0 0 0,11 7 0 0 0,0 12 0 0 0,-3 13 0 0 0,-9 11 0 0 0,-6 9 0 0 0,-9 6 0 0 0,-4 4 0 0 0,-3 4 0 0 0,4 6 0 0 0,4 6 0 0 0,1 6 0 0 0,-1 2 0 0 0,-3 1 0 0 0,-5-4 0 0 0,-4-6 0 0 0,-2-3 0 0 0,-3-4 0 0 0,-3 2 0 0 0,-4 1 0 0 0,-5 3 0 0 0,-8 3 0 0 0,-8 4 0 0 0,-7 1 0 0 0,-7 2 0 0 0,-4-1 0 0 0,-2-2 0 0 0,3-5 0 0 0,5-5 0 0 0,10-4 0 0 0,11-6 0 0 0,9-5 0 0 0,8-9 0 0 0,15-5 0 0 0,18-4 0 0 0,10 0 0 0 0,1 4 0 0 0,-7 5 0 0 0,-9 5 0 0 0,-9 5 0 0 0,-7 4 0 0 0,-5 2 0 0 0,-3 3 0 0 0,-3 1 0 0 0,0-1 0 0 0,-1-1 0 0 0,-10 2 0 0 0,-9 3 0 0 0,-8 1 0 0 0,-4-1 0 0 0,-1-2 0 0 0,5-7 0 0 0,11-8 0 0 0,12-7 0 0 0,12-3 0 0 0,8 0 0 0 0,5 2 0 0 0,0 4 0 0 0,-2 3 0 0 0,0 6 0 0 0,-1 3 0 0 0,3 5 0 0 0,-1 4 0 0 0,0 3 0 0 0,-4 0 0 0 0,-5 0 0 0 0,-4 0 0 0 0,-5 0 0 0 0,-3 3 0 0 0,-4 1 0 0 0,-1 1 0 0 0,-1 0 0 0 0,-3-1 0 0 0,-2-2 0 0 0,-3-2 0 0 0,-1-2 0 0 0,3-2 0 0 0,2-3 0 0 0,4-3 0 0 0,3-1 0 0 0,2-2 0 0 0,2 0 0 0 0,2-2 0 0 0,1-4 0 0 0,3-4 0 0 0,3-4 0 0 0,3-1 0 0 0,-1 2 0 0 0,2 1 0 0 0,2 3 0 0 0,-2 2 0 0 0,-1 3 0 0 0,-2 2 0 0 0,-2 1 0 0 0,-2 2 0 0 0,0 0 0 0 0,0 1 0 0 0,-2 1 0 0 0,0 0 0 0 0,0 0 0 0 0,-2 0 0 0 0,1-2 0 0 0,0 1 0 0 0,0-2 0 0 0,0-1 0 0 0,6-1 0 0 0,12 1 0 0 0,9 0 0 0 0,5 2 0 0 0,-1 0 0 0 0,-7 1 0 0 0,-8 0 0 0 0,-8-1 0 0 0,-8 0 0 0 0,-7 2 0 0 0,-5 0 0 0 0,0 0 0 0 0,0-1 0 0 0,-3 0 0 0 0,-8-1 0 0 0,-5 1 0 0 0,-1 0 0 0 0,2-1 0 0 0,4-4 0 0 0,3-6 0 0 0,2-9 0 0 0,3-5 0 0 0,0-2 0 0 0,3-1 0 0 0,3 1 0 0 0,3 6 0 0 0,6 5 0 0 0,5 4 0 0 0,2 4 0 0 0,2 5 0 0 0,1 6 0 0 0,0 4 0 0 0,1 4 0 0 0,-2 2 0 0 0,-2 1 0 0 0,-3-2 0 0 0,-5-3 0 0 0,-4-3 0 0 0,-3-2 0 0 0,-1-4 0 0 0,1-8 0 0 0,1-6 0 0 0,1-6 0 0 0,4-5 0 0 0,4-2 0 0 0,5-1 0 0 0,2 2 0 0 0,0 6 0 0 0,-1 8 0 0 0,-1 6 0 0 0,-2 6 0 0 0,-2 2 0 0 0,-2 2 0 0 0,-1 3 0 0 0,-3 3 0 0 0,-3 8 0 0 0,-1 2 0 0 0,0-4 0 0 0,2-3 0 0 0,0-6 0 0 0,2-8 0 0 0,1-3 0 0 0,1-3 0 0 0,-1-1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8:56:38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16661 12251 16383 0 0,'0'0'0'0'0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9384 8302 16383 0 0,'1'1'0'0'0,"6"9"0"0"0,7 12 0 0 0,8 11 0 0 0,14 16 0 0 0,9 11 0 0 0,3 2 0 0 0,3-1 0 0 0,10 2 0 0 0,14 3 0 0 0,12 1 0 0 0,1-8 0 0 0,-8-9 0 0 0,-9-12 0 0 0,-6-8 0 0 0,8-1 0 0 0,10 0 0 0 0,11 0 0 0 0,6-3 0 0 0,5-2 0 0 0,7-4 0 0 0,11-4 0 0 0,12-4 0 0 0,0-4 0 0 0,-2-3 0 0 0,-15-3 0 0 0,-22-2 0 0 0,-19-4 0 0 0,-13-2 0 0 0,-5-4 0 0 0,-3-3 0 0 0,-4-3 0 0 0,-6-1 0 0 0,1-1 0 0 0,-4 0 0 0 0,1-4 0 0 0,3-6 0 0 0,6-4 0 0 0,4-5 0 0 0,2-3 0 0 0,0-5 0 0 0,-3-1 0 0 0,-8 3 0 0 0,-9 4 0 0 0,-3 1 0 0 0,1 1 0 0 0,-4 3 0 0 0,-2 1 0 0 0,-1 0 0 0 0,-5 3 0 0 0,-4 2 0 0 0,-4 3 0 0 0,-2 3 0 0 0,-3 1 0 0 0,-3 2 0 0 0,-2 5 0 0 0,-3 4 0 0 0,-1 3 0 0 0,-1 2 0 0 0,0-1 0 0 0,1 1 0 0 0,0-3 0 0 0,1 0 0 0 0,3-4 0 0 0,3-3 0 0 0,0-4 0 0 0,0 1 0 0 0,-2 2 0 0 0,-2 4 0 0 0,-3 3 0 0 0,0 0 0 0 0,-1 0 0 0 0,-1 2 0 0 0,0-1 0 0 0,0 2 0 0 0,0 1 0 0 0,0 2 0 0 0,0-1 0 0 0,0 0 0 0 0,1 0 0 0 0,-2-1 0 0 0,1 1 0 0 0,0 0 0 0 0,-1 1 0 0 0,1-1 0 0 0,0 1 0 0 0,0 0 0 0 0,-1 1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9443 7330 16383 0 0,'0'-1'0'0'0,"0"0"-16383"0"0,0 0 16383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9443 7326 16383 0 0,'0'0'0'0'0,"0"1"0"0"0,0 0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9448 7328 16383 0 0,'-1'0'0'0'0,"-4"0"-16383"0"0,-1-2 16383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9393 7325 16383 0 0,'0'0'0'0'0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9393 7325 16383 0 0,'0'0'0'0'0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9393 7325 16383 0 0,'0'0'0'0'0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10741 7353 16383 0 0,'0'0'0'0'0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10741 7353 16383 0 0,'0'0'0'0'0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10741 7353 16383 0 0,'0'0'0'0'0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10732 7320 16383 0 0,'0'0'0'0'0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10784 7385 16383 0 0,'-3'-1'0'0'0,"-1"-2"0"0"0,1 1 0 0 0,0 0 0 0 0,0 0 0 0 0,1 1 0 0 0,2 0 0 0 0,1 2 0 0 0,2 0 0 0 0,3 1 0 0 0,0 1 0 0 0,1 0 0 0 0,-2 0 0 0 0,-1 1 0 0 0,-2 0 0 0 0,-1-1 0 0 0,-1 1 0 0 0,-3 1 0 0 0,-5 3 0 0 0,-4-1 0 0 0,1-1 0 0 0,1 0 0 0 0,0-2 0 0 0,1-2 0 0 0,-2-3 0 0 0,-3-7 0 0 0,0-5 0 0 0,2-5 0 0 0,2-1 0 0 0,4 1 0 0 0,2 4 0 0 0,3 4 0 0 0,7 3 0 0 0,14 2 0 0 0,11 2 0 0 0,0 2 0 0 0,-6 0 0 0 0,-6 2 0 0 0,-6 2 0 0 0,-5 9 0 0 0,-6 5 0 0 0,-4 2 0 0 0,-4-1 0 0 0,-7 0 0 0 0,-6-2 0 0 0,-2-3 0 0 0,2-4 0 0 0,5-4 0 0 0,3-2 0 0 0,4-5 0 0 0,3-1 0 0 0,2-4 0 0 0,2-1 0 0 0,1 0 0 0 0,3 0 0 0 0,3-1 0 0 0,2 2 0 0 0,3 2 0 0 0,1 1 0 0 0,2 2 0 0 0,-3 1 0 0 0,-3 2 0 0 0,-3 2 0 0 0,-5 0 0 0 0,-3 1 0 0 0,-1-1 0 0 0,-2-1-16383 0 0,1 0 16383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9:43:38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9400 7334 16383 0 0,'0'-1'0'0'0,"0"-1"0"0"0,0-2 0 0 0,5-3 0 0 0,2 0 0 0 0,1 1 0 0 0,1 2 0 0 0,-1 2 0 0 0,1 1 0 0 0,11 4 0 0 0,12 3 0 0 0,2 2 0 0 0,-5-1 0 0 0,-10 2 0 0 0,-15 4 0 0 0,-14 4 0 0 0,-10 0 0 0 0,-4-2 0 0 0,-1-3 0 0 0,1-4 0 0 0,4-3 0 0 0,6-3 0 0 0,5-2 0 0 0,3-1 0 0 0,4-3 0 0 0,2-4 0 0 0,3-2 0 0 0,0-2 0 0 0,0 3 0 0 0,-1 0 0 0 0,2 4 0 0 0,-1 2 0 0 0,0 5 0 0 0,-4 4 0 0 0,-9 4 0 0 0,-17 4 0 0 0,-4 0 0 0 0,2-3 0 0 0,6-3 0 0 0,7-3 0 0 0,4-3 0 0 0,5-3 0 0 0,6-4 0 0 0,8-3 0 0 0,19-7 0 0 0,15-3 0 0 0,7 1 0 0 0,-4 4 0 0 0,-11 3 0 0 0,-10 6 0 0 0,-9 4 0 0 0,-7 2 0 0 0,-5 0 0 0 0,-3 2 0 0 0,-2-1 0 0 0,-3-1 0 0 0,-2 2 0 0 0,-2-1 0 0 0,0 0 0 0 0,3-1 0 0 0,4-5 0 0 0,-3-1 0 0 0,-12 3 0 0 0,-10 4 0 0 0,-2 2 0 0 0,5 0 0 0 0,6-2 0 0 0,7-6 0 0 0,8-7 0 0 0,8-9 0 0 0,4-3 0 0 0,1 2 0 0 0,-1 4 0 0 0,-2 6 0 0 0,-2 6 0 0 0,-1 5 0 0 0,-2 3 0 0 0,-1 0-16383 0 0,0 1 16383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22:09:46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9525 7807 16383 0 0,'0'0'0'0'0,"1"0"0"0"0,0 0 0 0 0,2 0 0 0 0,2 3 0 0 0,2 2 0 0 0,0 3 0 0 0,1 5 0 0 0,3 6 0 0 0,4 9 0 0 0,7 10 0 0 0,5 8 0 0 0,7 7 0 0 0,0 1 0 0 0,2 0 0 0 0,0-2 0 0 0,-1-3 0 0 0,-2-5 0 0 0,0 2 0 0 0,3-1 0 0 0,4 1 0 0 0,7 1 0 0 0,5 2 0 0 0,0-5 0 0 0,-6-7 0 0 0,-6-8 0 0 0,-5-7 0 0 0,-2-4 0 0 0,1-3 0 0 0,3-2 0 0 0,2-1 0 0 0,4 0 0 0 0,3-1 0 0 0,-4-1 0 0 0,-4-2 0 0 0,2-2 0 0 0,5 0 0 0 0,10 0 0 0 0,8 0 0 0 0,4 0 0 0 0,0 0 0 0 0,-5-1 0 0 0,-11-1 0 0 0,-10-1 0 0 0,-6-2 0 0 0,4 0 0 0 0,5-3 0 0 0,1-1 0 0 0,-6-1 0 0 0,-6-2 0 0 0,-3-4 0 0 0,1-8 0 0 0,0-3 0 0 0,1-7 0 0 0,-3-3 0 0 0,-4-2 0 0 0,-6 3 0 0 0,-4 2 0 0 0,-4 2 0 0 0,0 2 0 0 0,-1-2 0 0 0,0 2 0 0 0,-1 0 0 0 0,-1-3 0 0 0,-2-2 0 0 0,0-1 0 0 0,-1-3 0 0 0,1-1 0 0 0,0-4 0 0 0,0-1 0 0 0,0 0 0 0 0,0 0 0 0 0,-1 2 0 0 0,1 1 0 0 0,-1-2 0 0 0,0 1 0 0 0,0 0 0 0 0,-1 3 0 0 0,-1 4 0 0 0,0 4 0 0 0,-1 4 0 0 0,0 2 0 0 0,0 2 0 0 0,0 0 0 0 0,0 4 0 0 0,-1 3 0 0 0,-1 3 0 0 0,1 4 0 0 0,0 2 0 0 0,0 0 0 0 0,1 0 0 0 0,-1 0 0 0 0,-2 0 0 0 0,-1 1 0 0 0,0 0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22:09:46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9474 6992 16383 0 0,'6'-6'0'0'0,"3"-2"0"0"0,3-2 0 0 0,1 1 0 0 0,-2 2 0 0 0,3 4 0 0 0,3 7 0 0 0,-2 3 0 0 0,-3 3 0 0 0,-4 3 0 0 0,-6 2 0 0 0,-4 4 0 0 0,-5 1 0 0 0,-2-4 0 0 0,-2-4 0 0 0,2-4 0 0 0,2-4 0 0 0,2-5 0 0 0,1-11 0 0 0,0-16 0 0 0,1-10 0 0 0,3-6 0 0 0,2 4 0 0 0,2 8 0 0 0,2 9 0 0 0,1 8 0 0 0,3 5 0 0 0,-1 4 0 0 0,-1 3 0 0 0,-1 4 0 0 0,-3 7 0 0 0,-3 12 0 0 0,-5 10 0 0 0,-3 6 0 0 0,-3-2 0 0 0,-2-6 0 0 0,1-7 0 0 0,3-8 0 0 0,2-10 0 0 0,1-12 0 0 0,2-7 0 0 0,2-3 0 0 0,2-1 0 0 0,2 3 0 0 0,0 5 0 0 0,3 5 0 0 0,0 7 0 0 0,-1 7 0 0 0,-3 6 0 0 0,-2 3 0 0 0,-3 1 0 0 0,-2-3 0 0 0,1-5 0 0 0,0-10 0 0 0,2-15 0 0 0,2-11 0 0 0,0-4 0 0 0,1 1 0 0 0,0 6 0 0 0,0 7 0 0 0,0 6 0 0 0,0 6 0 0 0,1 4 0 0 0,1 5 0 0 0,1 5 0 0 0,-1 5 0 0 0,-1 1 0 0 0,-1-2 0 0 0,1-4-16383 0 0,-1-3 16383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22:09:46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10682 6811 16383 0 0,'1'0'0'0'0,"4"-1"0"0"0,13-3 0 0 0,13-2 0 0 0,13 1 0 0 0,11 0 0 0 0,11 5 0 0 0,5 7 0 0 0,-5 7 0 0 0,-11 12 0 0 0,-17 10 0 0 0,-15 5 0 0 0,-14-5 0 0 0,-19-3 0 0 0,-14-5 0 0 0,-10-7 0 0 0,-3-7 0 0 0,2-5 0 0 0,5-6 0 0 0,6-8 0 0 0,6-8 0 0 0,3-19 0 0 0,5-12 0 0 0,4-3 0 0 0,4 3 0 0 0,3 10 0 0 0,0 10 0 0 0,1 13 0 0 0,-1 14 0 0 0,-3 13 0 0 0,-7 11 0 0 0,-7 1 0 0 0,-12-2 0 0 0,-12-4 0 0 0,-6-5 0 0 0,1-8 0 0 0,5-6 0 0 0,9-7 0 0 0,9-7 0 0 0,8-4 0 0 0,8-1 0 0 0,7 1 0 0 0,7 2 0 0 0,3 2 0 0 0,5 4 0 0 0,-1 2 0 0 0,6 6 0 0 0,5 8 0 0 0,2 6 0 0 0,-5 5 0 0 0,-6 0 0 0 0,-7 0 0 0 0,-7-3 0 0 0,-6-4 0 0 0,-5-3 0 0 0,-4-4 0 0 0,-2-3 0 0 0,1-2 0 0 0,4-2 0 0 0,3-2 0 0 0,9-2 0 0 0,8-3 0 0 0,8 0 0 0 0,4 1 0 0 0,1 2 0 0 0,0 4 0 0 0,-2 5 0 0 0,2 6 0 0 0,-1 5 0 0 0,-3-1 0 0 0,-6-2 0 0 0,-4-3 0 0 0,-4-3 0 0 0,-4-3 0 0 0,-2-4 0 0 0,-1-5 0 0 0,-2-4 0 0 0,0-1 0 0 0,2-4 0 0 0,8-1 0 0 0,13-2 0 0 0,10 3 0 0 0,1 3 0 0 0,-4 6 0 0 0,-7 4 0 0 0,-7 2 0 0 0,-5 1 0 0 0,-6 2 0 0 0,-7 3 0 0 0,-12 4 0 0 0,-15 6 0 0 0,-10 0 0 0 0,-7-3 0 0 0,-2-3 0 0 0,0-4 0 0 0,9-4 0 0 0,10-2 0 0 0,14-2 0 0 0,10-1 0 0 0,7-1 0 0 0,4 0 0 0 0,4 1 0 0 0,7 1 0 0 0,3-1 0 0 0,2 2 0 0 0,-1 0 0 0 0,0 1 0 0 0,-4 2 0 0 0,-4 0 0 0 0,-4 0 0 0 0,-4 4 0 0 0,-4 3 0 0 0,-5 1 0 0 0,0-2 0 0 0,2-3 0 0 0,3-10 0 0 0,3-9 0 0 0,3-5 0 0 0,3-1 0 0 0,3 2 0 0 0,0 5 0 0 0,2 6 0 0 0,1 3 0 0 0,3 3 0 0 0,2 5 0 0 0,-1 3 0 0 0,-2 1 0 0 0,-5 0 0 0 0,-8 1 0 0 0,-12 4 0 0 0,-18 5 0 0 0,-9 0 0 0 0,-6-2 0 0 0,6-3 0 0 0,9-5 0 0 0,12-7 0 0 0,10-13 0 0 0,7-12 0 0 0,11-10 0 0 0,3 0 0 0 0,3 6 0 0 0,6 12 0 0 0,8 14 0 0 0,6 14 0 0 0,-1 10 0 0 0,-7 5 0 0 0,-7 0 0 0 0,-9-5 0 0 0,-6-6 0 0 0,-5-5 0 0 0,-6-5 0 0 0,-3-4 0 0 0,0-2 0 0 0,1-2 0 0 0,2-1 0 0 0,3 0 0 0 0,2-1 0 0 0,3 0 0 0 0,4 1 0 0 0,3 1 0 0 0,-2 1 0 0 0,-4 2 0 0 0,-3 1 0 0 0,-5 0 0 0 0,-7 1 0 0 0,-4 1 0 0 0,-3-1 0 0 0,2-1 0 0 0,3-1 0 0 0,2-2 0 0 0,4-3 0 0 0,3-3 0 0 0,1-2 0 0 0,2 2 0 0 0,0 1 0 0 0,1 1 0 0 0,0 2 0 0 0,-1 2 0 0 0,-1 1 0 0 0,-1 1 0 0 0,0 1 0 0 0,-4 3 0 0 0,-1 0 0 0 0,-2 1 0 0 0,1-1 0 0 0,0-2 0 0 0,3-1 0 0 0,2-2 0 0 0,2 0 0 0 0,1-1 0 0 0,1 0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22:09:46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9588 6921 16383 0 0,'0'0'0'0'0,"0"-1"0"0"0,2 0 0 0 0,2-1 0 0 0,2 0 0 0 0,3 1 0 0 0,1 0 0 0 0,0 1 0 0 0,-1 1 0 0 0,-3 5 0 0 0,-3 6 0 0 0,-5 5 0 0 0,-5 2 0 0 0,-4-1 0 0 0,-2-2 0 0 0,2-4 0 0 0,2-5 0 0 0,2-6 0 0 0,1-11 0 0 0,2-9 0 0 0,3-9 0 0 0,4-2 0 0 0,3 2 0 0 0,2 4 0 0 0,2 7 0 0 0,-1 6 0 0 0,-1 5 0 0 0,-1 4 0 0 0,4 8 0 0 0,0 7 0 0 0,-2 8 0 0 0,-3 4 0 0 0,-7 1 0 0 0,-2-3 0 0 0,-4-6 0 0 0,0-4 0 0 0,1-6 0 0 0,0-6 0 0 0,-1-7 0 0 0,0-7 0 0 0,1-6 0 0 0,2-3 0 0 0,2 1 0 0 0,5 0 0 0 0,7 3 0 0 0,3 5 0 0 0,1 4 0 0 0,-3 6 0 0 0,-4 7 0 0 0,-4 8 0 0 0,-9 9 0 0 0,-12 7 0 0 0,-7 0 0 0 0,-3-4 0 0 0,3-5 0 0 0,6-8 0 0 0,7-8 0 0 0,5-11 0 0 0,6-8 0 0 0,3-3 0 0 0,4 0 0 0 0,0 4 0 0 0,0 5 0 0 0,-2 3 0 0 0,-1 2 0 0 0,-1 3 0 0 0,-4 1 0 0 0,-4 3-16383 0 0,-2 0 16383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22:09:46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10734 6935 16383 0 0,'1'0'0'0'0,"2"0"0"0"0,2-2 0 0 0,2-1 0 0 0,2 0 0 0 0,1 0 0 0 0,4 0 0 0 0,4 0 0 0 0,3-1 0 0 0,0 1 0 0 0,-1 0 0 0 0,-1 2 0 0 0,0 2 0 0 0,-4 0 0 0 0,-3 1 0 0 0,-5 1 0 0 0,-3 0 0 0 0,-5 0 0 0 0,-5 0 0 0 0,-4 0 0 0 0,-3-1 0 0 0,-4 0 0 0 0,-11-2 0 0 0,-6-3 0 0 0,1-3 0 0 0,2-4 0 0 0,5 0 0 0 0,7-1 0 0 0,6 2 0 0 0,7 2 0 0 0,7 0 0 0 0,7-2 0 0 0,2 1 0 0 0,1 1 0 0 0,-2 3 0 0 0,-1 1 0 0 0,1 1 0 0 0,2 3 0 0 0,2 3 0 0 0,5 3 0 0 0,2 3 0 0 0,-1 0 0 0 0,-5-1 0 0 0,-6-1 0 0 0,-7-2 0 0 0,-8 0 0 0 0,-11 0 0 0 0,-8 0 0 0 0,0-1 0 0 0,6-2 0 0 0,7-2 0 0 0,6-2 0 0 0,8-1 0 0 0,7-3 0 0 0,9-3 0 0 0,9-3 0 0 0,3 1 0 0 0,-2 2 0 0 0,-6 2 0 0 0,-6 4 0 0 0,-8 2 0 0 0,-6 3 0 0 0,-9 5 0 0 0,-6 3 0 0 0,-6 1 0 0 0,-4 0 0 0 0,2-2 0 0 0,6-3 0 0 0,4-3 0 0 0,6-2 0 0 0,9-8 0 0 0,6-3 0 0 0,7-2 0 0 0,2 0 0 0 0,-1 2 0 0 0,-2 3 0 0 0,-5 2 0 0 0,2 4 0 0 0,5 3 0 0 0,7 7 0 0 0,1 1 0 0 0,-4 1 0 0 0,-4-2 0 0 0,-7-2 0 0 0,-4-2 0 0 0,-6 0 0 0 0,-8 1 0 0 0,-16 1 0 0 0,-22 5 0 0 0,-9 1 0 0 0,1-1 0 0 0,10-4 0 0 0,13-6 0 0 0,10-6 0 0 0,6-10 0 0 0,4-6 0 0 0,4 1 0 0 0,4 2 0 0 0,5 2 0 0 0,10 1 0 0 0,3 2 0 0 0,12 2 0 0 0,5 1 0 0 0,4 3 0 0 0,5 3 0 0 0,7 6 0 0 0,2 5 0 0 0,-6 2 0 0 0,-12 0 0 0 0,-10-2 0 0 0,-10-1 0 0 0,-8-3 0 0 0,-5 0 0 0 0,-5-2 0 0 0,-2 0 0 0 0,0-1 0 0 0,2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8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84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14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8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7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4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1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5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8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40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82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6.xml"/><Relationship Id="rId26" Type="http://schemas.openxmlformats.org/officeDocument/2006/relationships/customXml" Target="../ink/ink10.xml"/><Relationship Id="rId3" Type="http://schemas.openxmlformats.org/officeDocument/2006/relationships/image" Target="../media/image1.png"/><Relationship Id="rId21" Type="http://schemas.openxmlformats.org/officeDocument/2006/relationships/image" Target="../media/image7.png"/><Relationship Id="rId17" Type="http://schemas.openxmlformats.org/officeDocument/2006/relationships/image" Target="../media/image3.png"/><Relationship Id="rId25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4" Type="http://schemas.openxmlformats.org/officeDocument/2006/relationships/customXml" Target="../ink/ink9.xml"/><Relationship Id="rId15" Type="http://schemas.openxmlformats.org/officeDocument/2006/relationships/image" Target="../media/image2.png"/><Relationship Id="rId23" Type="http://schemas.openxmlformats.org/officeDocument/2006/relationships/image" Target="../media/image8.png"/><Relationship Id="rId28" Type="http://schemas.openxmlformats.org/officeDocument/2006/relationships/customXml" Target="../ink/ink11.xml"/><Relationship Id="rId10" Type="http://schemas.openxmlformats.org/officeDocument/2006/relationships/customXml" Target="../ink/ink3.xml"/><Relationship Id="rId19" Type="http://schemas.openxmlformats.org/officeDocument/2006/relationships/image" Target="../media/image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70.png"/><Relationship Id="rId7" Type="http://schemas.openxmlformats.org/officeDocument/2006/relationships/image" Target="../media/image1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customXml" Target="../ink/ink16.xml"/><Relationship Id="rId4" Type="http://schemas.openxmlformats.org/officeDocument/2006/relationships/customXml" Target="../ink/ink13.xml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80.png"/><Relationship Id="rId7" Type="http://schemas.openxmlformats.org/officeDocument/2006/relationships/customXml" Target="../ink/ink20.xml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90.png"/><Relationship Id="rId4" Type="http://schemas.openxmlformats.org/officeDocument/2006/relationships/customXml" Target="../ink/ink18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customXml" Target="../ink/ink25.xml"/><Relationship Id="rId3" Type="http://schemas.openxmlformats.org/officeDocument/2006/relationships/image" Target="../media/image110.png"/><Relationship Id="rId21" Type="http://schemas.openxmlformats.org/officeDocument/2006/relationships/image" Target="../media/image21.png"/><Relationship Id="rId17" Type="http://schemas.openxmlformats.org/officeDocument/2006/relationships/image" Target="../media/image19.png"/><Relationship Id="rId2" Type="http://schemas.openxmlformats.org/officeDocument/2006/relationships/customXml" Target="../ink/ink21.xml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19" Type="http://schemas.openxmlformats.org/officeDocument/2006/relationships/image" Target="../media/image20.png"/><Relationship Id="rId4" Type="http://schemas.openxmlformats.org/officeDocument/2006/relationships/customXml" Target="../ink/ink22.xml"/><Relationship Id="rId14" Type="http://schemas.openxmlformats.org/officeDocument/2006/relationships/customXml" Target="../ink/ink23.xml"/><Relationship Id="rId22" Type="http://schemas.openxmlformats.org/officeDocument/2006/relationships/customXml" Target="../ink/ink2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customXml" Target="../ink/ink33.xml"/><Relationship Id="rId18" Type="http://schemas.openxmlformats.org/officeDocument/2006/relationships/customXml" Target="../ink/ink38.xml"/><Relationship Id="rId21" Type="http://schemas.openxmlformats.org/officeDocument/2006/relationships/customXml" Target="../ink/ink40.xml"/><Relationship Id="rId7" Type="http://schemas.openxmlformats.org/officeDocument/2006/relationships/image" Target="../media/image25.png"/><Relationship Id="rId12" Type="http://schemas.openxmlformats.org/officeDocument/2006/relationships/image" Target="../media/image27.png"/><Relationship Id="rId17" Type="http://schemas.openxmlformats.org/officeDocument/2006/relationships/customXml" Target="../ink/ink37.xml"/><Relationship Id="rId2" Type="http://schemas.openxmlformats.org/officeDocument/2006/relationships/customXml" Target="../ink/ink28.xml"/><Relationship Id="rId16" Type="http://schemas.openxmlformats.org/officeDocument/2006/relationships/customXml" Target="../ink/ink36.xml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customXml" Target="../ink/ink32.xml"/><Relationship Id="rId5" Type="http://schemas.openxmlformats.org/officeDocument/2006/relationships/image" Target="../media/image24.png"/><Relationship Id="rId15" Type="http://schemas.openxmlformats.org/officeDocument/2006/relationships/customXml" Target="../ink/ink35.xml"/><Relationship Id="rId10" Type="http://schemas.openxmlformats.org/officeDocument/2006/relationships/image" Target="../media/image26.png"/><Relationship Id="rId19" Type="http://schemas.openxmlformats.org/officeDocument/2006/relationships/customXml" Target="../ink/ink39.xml"/><Relationship Id="rId9" Type="http://schemas.openxmlformats.org/officeDocument/2006/relationships/customXml" Target="../ink/ink31.xml"/><Relationship Id="rId14" Type="http://schemas.openxmlformats.org/officeDocument/2006/relationships/customXml" Target="../ink/ink34.xml"/><Relationship Id="rId22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.xml"/><Relationship Id="rId13" Type="http://schemas.openxmlformats.org/officeDocument/2006/relationships/image" Target="../media/image35.png"/><Relationship Id="rId7" Type="http://schemas.openxmlformats.org/officeDocument/2006/relationships/image" Target="../media/image32.png"/><Relationship Id="rId12" Type="http://schemas.openxmlformats.org/officeDocument/2006/relationships/customXml" Target="../ink/ink45.xml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.xml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customXml" Target="../ink/ink44.xml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D2644-1436-F889-3F5C-DDA6AE08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INPUT (Assignment Instructions)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A583D-3CF5-4DB6-1558-0EBA0EC06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A34AECB2-1C97-053F-FC62-C30E63392DB2}"/>
              </a:ext>
            </a:extLst>
          </p:cNvPr>
          <p:cNvSpPr/>
          <p:nvPr/>
        </p:nvSpPr>
        <p:spPr>
          <a:xfrm>
            <a:off x="4438073" y="2209799"/>
            <a:ext cx="3061853" cy="2703945"/>
          </a:xfrm>
          <a:prstGeom prst="octagon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    INPUT  </a:t>
            </a:r>
          </a:p>
          <a:p>
            <a:pPr algn="ctr"/>
            <a:r>
              <a:rPr lang="en-US"/>
              <a:t> (PDF/TEXT)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660B098-9021-1A41-0C8C-DA9D205F00D8}"/>
                  </a:ext>
                </a:extLst>
              </p14:cNvPr>
              <p14:cNvContentPartPr/>
              <p14:nvPr/>
            </p14:nvContentPartPr>
            <p14:xfrm>
              <a:off x="5386006" y="3430856"/>
              <a:ext cx="1334244" cy="342493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660B098-9021-1A41-0C8C-DA9D205F00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8010" y="3412868"/>
                <a:ext cx="1369877" cy="3781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E2314CE-7C76-D6F8-C9B8-12647169AC48}"/>
                  </a:ext>
                </a:extLst>
              </p14:cNvPr>
              <p14:cNvContentPartPr/>
              <p14:nvPr/>
            </p14:nvContentPartPr>
            <p14:xfrm>
              <a:off x="4880307" y="4918853"/>
              <a:ext cx="386494" cy="771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E2314CE-7C76-D6F8-C9B8-12647169AC4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62331" y="4901219"/>
                <a:ext cx="422087" cy="807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E299E96-25E1-6F7D-9B9F-9E95B75A0BBE}"/>
                  </a:ext>
                </a:extLst>
              </p14:cNvPr>
              <p14:cNvContentPartPr/>
              <p14:nvPr/>
            </p14:nvContentPartPr>
            <p14:xfrm>
              <a:off x="6715032" y="4889468"/>
              <a:ext cx="496310" cy="6297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E299E96-25E1-6F7D-9B9F-9E95B75A0BB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97409" y="4871834"/>
                <a:ext cx="531915" cy="665408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D6D5AE94-D632-82B8-BF5F-9580A7B79844}"/>
              </a:ext>
            </a:extLst>
          </p:cNvPr>
          <p:cNvSpPr txBox="1"/>
          <p:nvPr/>
        </p:nvSpPr>
        <p:spPr>
          <a:xfrm>
            <a:off x="5169408" y="3974592"/>
            <a:ext cx="1524000" cy="7437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776733-38F4-D0D9-3B57-22E219A325FF}"/>
              </a:ext>
            </a:extLst>
          </p:cNvPr>
          <p:cNvSpPr/>
          <p:nvPr/>
        </p:nvSpPr>
        <p:spPr>
          <a:xfrm>
            <a:off x="5193792" y="2685288"/>
            <a:ext cx="658368" cy="560832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FB73986-F844-B8B4-2068-1122019FE87B}"/>
              </a:ext>
            </a:extLst>
          </p:cNvPr>
          <p:cNvSpPr/>
          <p:nvPr/>
        </p:nvSpPr>
        <p:spPr>
          <a:xfrm>
            <a:off x="6043803" y="2694050"/>
            <a:ext cx="646176" cy="560832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807A237-6EC9-8A01-D96C-3290AA3C5E0D}"/>
                  </a:ext>
                </a:extLst>
              </p14:cNvPr>
              <p14:cNvContentPartPr/>
              <p14:nvPr/>
            </p14:nvContentPartPr>
            <p14:xfrm>
              <a:off x="5482554" y="2914455"/>
              <a:ext cx="80153" cy="73809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807A237-6EC9-8A01-D96C-3290AA3C5E0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64663" y="2896540"/>
                <a:ext cx="115578" cy="1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5E6F39C-8961-37EF-1C05-4D35F9F5F346}"/>
                  </a:ext>
                </a:extLst>
              </p14:cNvPr>
              <p14:cNvContentPartPr/>
              <p14:nvPr/>
            </p14:nvContentPartPr>
            <p14:xfrm>
              <a:off x="6289988" y="2904598"/>
              <a:ext cx="124693" cy="85931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E6F39C-8961-37EF-1C05-4D35F9F5F34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72021" y="2887054"/>
                <a:ext cx="160268" cy="121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466D458-3F28-61BD-5592-06F9ED8742B4}"/>
                  </a:ext>
                </a:extLst>
              </p14:cNvPr>
              <p14:cNvContentPartPr/>
              <p14:nvPr/>
            </p14:nvContentPartPr>
            <p14:xfrm>
              <a:off x="3921504" y="4166949"/>
              <a:ext cx="536624" cy="1130402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466D458-3F28-61BD-5592-06F9ED8742B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03521" y="4148955"/>
                <a:ext cx="572231" cy="11660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EF52E19-C877-5D16-7F43-350A100F1706}"/>
                  </a:ext>
                </a:extLst>
              </p14:cNvPr>
              <p14:cNvContentPartPr/>
              <p14:nvPr/>
            </p14:nvContentPartPr>
            <p14:xfrm>
              <a:off x="7488888" y="4118086"/>
              <a:ext cx="743716" cy="975206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EF52E19-C877-5D16-7F43-350A100F170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70898" y="4100093"/>
                <a:ext cx="779337" cy="10108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8C4DB3D-A2C7-3091-EC28-6098ECF52E8C}"/>
                  </a:ext>
                </a:extLst>
              </p14:cNvPr>
              <p14:cNvContentPartPr/>
              <p14:nvPr/>
            </p14:nvContentPartPr>
            <p14:xfrm>
              <a:off x="7471315" y="2988863"/>
              <a:ext cx="1658890" cy="311507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8C4DB3D-A2C7-3091-EC28-6098ECF52E8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453319" y="2971237"/>
                <a:ext cx="1694522" cy="347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DF3A73D-120E-C67E-90C2-7F9BC46BB9EB}"/>
                  </a:ext>
                </a:extLst>
              </p14:cNvPr>
              <p14:cNvContentPartPr/>
              <p14:nvPr/>
            </p14:nvContentPartPr>
            <p14:xfrm>
              <a:off x="3241369" y="3014709"/>
              <a:ext cx="1227379" cy="140623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DF3A73D-120E-C67E-90C2-7F9BC46BB9E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23372" y="2997131"/>
                <a:ext cx="1263013" cy="1761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FE295C4-B2D0-7993-3E6D-F05E3DEC9621}"/>
                  </a:ext>
                </a:extLst>
              </p14:cNvPr>
              <p14:cNvContentPartPr/>
              <p14:nvPr/>
            </p14:nvContentPartPr>
            <p14:xfrm>
              <a:off x="4054394" y="1877179"/>
              <a:ext cx="1184070" cy="354831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FE295C4-B2D0-7993-3E6D-F05E3DEC962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36759" y="1859204"/>
                <a:ext cx="1219700" cy="390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63B0D01-E80C-63D8-C898-550ED486B266}"/>
                  </a:ext>
                </a:extLst>
              </p14:cNvPr>
              <p14:cNvContentPartPr/>
              <p14:nvPr/>
            </p14:nvContentPartPr>
            <p14:xfrm>
              <a:off x="6722697" y="1974927"/>
              <a:ext cx="1054553" cy="247398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63B0D01-E80C-63D8-C898-550ED486B26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04701" y="1956947"/>
                <a:ext cx="1090185" cy="282997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97CE19A1-BAC5-B6B6-A2ED-035E51341D99}"/>
              </a:ext>
            </a:extLst>
          </p:cNvPr>
          <p:cNvSpPr/>
          <p:nvPr/>
        </p:nvSpPr>
        <p:spPr>
          <a:xfrm>
            <a:off x="5855277" y="3248891"/>
            <a:ext cx="316923" cy="282286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8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0F16-FB6F-DC95-6104-AF669D35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 1 — Extraction Agent (BERT)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3FA08-E099-C22D-E79B-097B0B99A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>
                <a:latin typeface="Consolas"/>
              </a:rPr>
              <a:t>  </a:t>
            </a:r>
            <a:r>
              <a:rPr lang="en-US">
                <a:latin typeface="Calisto MT"/>
              </a:rPr>
              <a:t>scanner visor (BERT extractor)</a:t>
            </a:r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DDBE72-C263-CD3C-890F-5D867A8F25C1}"/>
              </a:ext>
            </a:extLst>
          </p:cNvPr>
          <p:cNvSpPr/>
          <p:nvPr/>
        </p:nvSpPr>
        <p:spPr>
          <a:xfrm>
            <a:off x="4791269" y="2225351"/>
            <a:ext cx="2065175" cy="1824134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63F59-405A-AF31-C1FF-932396626AA1}"/>
              </a:ext>
            </a:extLst>
          </p:cNvPr>
          <p:cNvSpPr/>
          <p:nvPr/>
        </p:nvSpPr>
        <p:spPr>
          <a:xfrm>
            <a:off x="5016759" y="2707432"/>
            <a:ext cx="789991" cy="30013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D974A0-5CC1-DD75-193B-79EFA91EEE60}"/>
              </a:ext>
            </a:extLst>
          </p:cNvPr>
          <p:cNvSpPr/>
          <p:nvPr/>
        </p:nvSpPr>
        <p:spPr>
          <a:xfrm>
            <a:off x="5890533" y="2718124"/>
            <a:ext cx="828869" cy="30013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FE8DE9-FB60-ACF3-608D-33FD84C1DE46}"/>
              </a:ext>
            </a:extLst>
          </p:cNvPr>
          <p:cNvSpPr/>
          <p:nvPr/>
        </p:nvSpPr>
        <p:spPr>
          <a:xfrm>
            <a:off x="5115898" y="4408325"/>
            <a:ext cx="1544215" cy="113989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39C76B2F-075C-04DB-2211-E069E9292BD9}"/>
              </a:ext>
            </a:extLst>
          </p:cNvPr>
          <p:cNvSpPr/>
          <p:nvPr/>
        </p:nvSpPr>
        <p:spPr>
          <a:xfrm>
            <a:off x="5417199" y="4037791"/>
            <a:ext cx="891074" cy="399724"/>
          </a:xfrm>
          <a:prstGeom prst="can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6A26A8-6733-CAF1-A1E2-04771E7F6580}"/>
              </a:ext>
            </a:extLst>
          </p:cNvPr>
          <p:cNvSpPr/>
          <p:nvPr/>
        </p:nvSpPr>
        <p:spPr>
          <a:xfrm>
            <a:off x="5630052" y="3141887"/>
            <a:ext cx="455645" cy="30791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E71F4AA-E991-F6BC-384E-F15B74C497D8}"/>
                  </a:ext>
                </a:extLst>
              </p14:cNvPr>
              <p14:cNvContentPartPr/>
              <p14:nvPr/>
            </p14:nvContentPartPr>
            <p14:xfrm>
              <a:off x="5374092" y="3469426"/>
              <a:ext cx="1126775" cy="351554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E71F4AA-E991-F6BC-384E-F15B74C497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6098" y="3451812"/>
                <a:ext cx="1162403" cy="387141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1DF4035-4694-DFD7-8C76-6FC39E945D84}"/>
              </a:ext>
            </a:extLst>
          </p:cNvPr>
          <p:cNvSpPr txBox="1"/>
          <p:nvPr/>
        </p:nvSpPr>
        <p:spPr>
          <a:xfrm>
            <a:off x="5187696" y="4791456"/>
            <a:ext cx="1402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EXTRACT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73295D-8002-4581-A80A-853871CD7AC4}"/>
                  </a:ext>
                </a:extLst>
              </p14:cNvPr>
              <p14:cNvContentPartPr/>
              <p14:nvPr/>
            </p14:nvContentPartPr>
            <p14:xfrm>
              <a:off x="5409869" y="2846590"/>
              <a:ext cx="78581" cy="71104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173295D-8002-4581-A80A-853871CD7A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91928" y="2828725"/>
                <a:ext cx="114104" cy="1064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EAA07AB-1BE1-7EF3-17DF-67D483697D1D}"/>
                  </a:ext>
                </a:extLst>
              </p14:cNvPr>
              <p14:cNvContentPartPr/>
              <p14:nvPr/>
            </p14:nvContentPartPr>
            <p14:xfrm>
              <a:off x="6399855" y="2872548"/>
              <a:ext cx="12192" cy="12192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EAA07AB-1BE1-7EF3-17DF-67D483697D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80373" y="2567748"/>
                <a:ext cx="253594" cy="6156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A216114-D461-177C-7120-663FDF3235C6}"/>
                  </a:ext>
                </a:extLst>
              </p14:cNvPr>
              <p14:cNvContentPartPr/>
              <p14:nvPr/>
            </p14:nvContentPartPr>
            <p14:xfrm>
              <a:off x="6229078" y="2833906"/>
              <a:ext cx="179641" cy="93918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A216114-D461-177C-7120-663FDF3235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11114" y="2816341"/>
                <a:ext cx="215210" cy="1294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A6A3B-D194-EA92-CD30-3C755FB2CAFC}"/>
                  </a:ext>
                </a:extLst>
              </p14:cNvPr>
              <p14:cNvContentPartPr/>
              <p14:nvPr/>
            </p14:nvContentPartPr>
            <p14:xfrm>
              <a:off x="5425805" y="2811948"/>
              <a:ext cx="120230" cy="722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A6A3B-D194-EA92-CD30-3C755FB2CAF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07860" y="2794420"/>
                <a:ext cx="155761" cy="107675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C9AE15C-D184-5E47-770B-9AF09F9F1301}"/>
              </a:ext>
            </a:extLst>
          </p:cNvPr>
          <p:cNvSpPr txBox="1"/>
          <p:nvPr/>
        </p:nvSpPr>
        <p:spPr>
          <a:xfrm>
            <a:off x="304800" y="2853458"/>
            <a:ext cx="202122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sto MT"/>
              </a:rPr>
              <a:t>"Extracts requirements"</a:t>
            </a:r>
          </a:p>
          <a:p>
            <a:pPr algn="ctr"/>
            <a:endParaRPr lang="en-US" dirty="0">
              <a:latin typeface="Consola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144F4BA-08B8-A8CD-8720-4B4A0548A30D}"/>
              </a:ext>
            </a:extLst>
          </p:cNvPr>
          <p:cNvSpPr/>
          <p:nvPr/>
        </p:nvSpPr>
        <p:spPr>
          <a:xfrm>
            <a:off x="2321729" y="2941151"/>
            <a:ext cx="1300141" cy="510031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85664CD7-1A74-0905-C137-AC17A8D0E39D}"/>
              </a:ext>
            </a:extLst>
          </p:cNvPr>
          <p:cNvSpPr/>
          <p:nvPr/>
        </p:nvSpPr>
        <p:spPr>
          <a:xfrm>
            <a:off x="6723819" y="2225525"/>
            <a:ext cx="978408" cy="484632"/>
          </a:xfrm>
          <a:prstGeom prst="leftArrow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D762BFF-A3C9-3D38-1016-A4441A48F10E}"/>
              </a:ext>
            </a:extLst>
          </p:cNvPr>
          <p:cNvSpPr/>
          <p:nvPr/>
        </p:nvSpPr>
        <p:spPr>
          <a:xfrm>
            <a:off x="4998027" y="5526232"/>
            <a:ext cx="871104" cy="732559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7CF5411-38C2-A149-1D90-94BE05464D59}"/>
              </a:ext>
            </a:extLst>
          </p:cNvPr>
          <p:cNvSpPr/>
          <p:nvPr/>
        </p:nvSpPr>
        <p:spPr>
          <a:xfrm>
            <a:off x="5937539" y="5521902"/>
            <a:ext cx="845127" cy="74121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96426381-EEB3-7501-4AD9-F2E0D6A7210E}"/>
              </a:ext>
            </a:extLst>
          </p:cNvPr>
          <p:cNvSpPr/>
          <p:nvPr/>
        </p:nvSpPr>
        <p:spPr>
          <a:xfrm>
            <a:off x="3984914" y="4010891"/>
            <a:ext cx="1226126" cy="923058"/>
          </a:xfrm>
          <a:prstGeom prst="corner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-Shape 21">
            <a:extLst>
              <a:ext uri="{FF2B5EF4-FFF2-40B4-BE49-F238E27FC236}">
                <a16:creationId xmlns:a16="http://schemas.microsoft.com/office/drawing/2014/main" id="{8FAC7C6D-2434-6B1F-481F-A6D055C63C15}"/>
              </a:ext>
            </a:extLst>
          </p:cNvPr>
          <p:cNvSpPr/>
          <p:nvPr/>
        </p:nvSpPr>
        <p:spPr>
          <a:xfrm flipH="1">
            <a:off x="6436302" y="3980585"/>
            <a:ext cx="1380259" cy="992330"/>
          </a:xfrm>
          <a:prstGeom prst="corner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65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E3C9-A3AD-7A81-33E0-006ABCCC6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LLM Brain (Reasoning Engine)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41A40-43ED-E4AE-82DE-B84F8E1BABAC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ightArrow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LLM 🧠 </a:t>
            </a:r>
          </a:p>
          <a:p>
            <a:pPr marL="0" indent="0">
              <a:buNone/>
            </a:pPr>
            <a:r>
              <a:rPr lang="en-US"/>
              <a:t>(Thinking)</a:t>
            </a:r>
            <a:endParaRPr lang="en-US" sz="360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1AD7F3-FEF2-757B-01F3-C5695561A643}"/>
              </a:ext>
            </a:extLst>
          </p:cNvPr>
          <p:cNvSpPr/>
          <p:nvPr/>
        </p:nvSpPr>
        <p:spPr>
          <a:xfrm>
            <a:off x="4594578" y="2215444"/>
            <a:ext cx="1422399" cy="1202266"/>
          </a:xfrm>
          <a:prstGeom prst="flowChartConnector">
            <a:avLst/>
          </a:prstGeom>
          <a:solidFill>
            <a:srgbClr val="D9189F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/>
              <a:t>🧠</a:t>
            </a:r>
            <a:endParaRPr lang="en-US" sz="3600" dirty="0"/>
          </a:p>
        </p:txBody>
      </p:sp>
      <p:sp>
        <p:nvSpPr>
          <p:cNvPr id="5" name="Flowchart: Merge 4">
            <a:extLst>
              <a:ext uri="{FF2B5EF4-FFF2-40B4-BE49-F238E27FC236}">
                <a16:creationId xmlns:a16="http://schemas.microsoft.com/office/drawing/2014/main" id="{150B44A1-2C63-2503-66FA-AB20830DC8D8}"/>
              </a:ext>
            </a:extLst>
          </p:cNvPr>
          <p:cNvSpPr/>
          <p:nvPr/>
        </p:nvSpPr>
        <p:spPr>
          <a:xfrm flipH="1">
            <a:off x="4823532" y="3263354"/>
            <a:ext cx="962377" cy="1826555"/>
          </a:xfrm>
          <a:prstGeom prst="flowChartMerge">
            <a:avLst/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E1E03DC-6D68-BF07-47F1-D1E0483FC152}"/>
              </a:ext>
            </a:extLst>
          </p:cNvPr>
          <p:cNvSpPr/>
          <p:nvPr/>
        </p:nvSpPr>
        <p:spPr>
          <a:xfrm>
            <a:off x="1014496" y="2371929"/>
            <a:ext cx="3422132" cy="809379"/>
          </a:xfrm>
          <a:prstGeom prst="bentArrow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FFBA8C-202D-2C3B-64B9-D1294202754E}"/>
                  </a:ext>
                </a:extLst>
              </p14:cNvPr>
              <p14:cNvContentPartPr/>
              <p14:nvPr/>
            </p14:nvContentPartPr>
            <p14:xfrm>
              <a:off x="5193241" y="3494301"/>
              <a:ext cx="15551" cy="15551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FFBA8C-202D-2C3B-64B9-D129420275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4058" y="3338791"/>
                <a:ext cx="528734" cy="3234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E712CAF-62F8-7F6A-4277-1F1F557C794C}"/>
                  </a:ext>
                </a:extLst>
              </p14:cNvPr>
              <p14:cNvContentPartPr/>
              <p14:nvPr/>
            </p14:nvContentPartPr>
            <p14:xfrm>
              <a:off x="5436417" y="3493443"/>
              <a:ext cx="15551" cy="15551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E712CAF-62F8-7F6A-4277-1F1F557C79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58867" y="3112443"/>
                <a:ext cx="1555100" cy="785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AFBE3AC-50DC-8874-E0DA-4AB46A31DAF5}"/>
                  </a:ext>
                </a:extLst>
              </p14:cNvPr>
              <p14:cNvContentPartPr/>
              <p14:nvPr/>
            </p14:nvContentPartPr>
            <p14:xfrm>
              <a:off x="5354227" y="3735111"/>
              <a:ext cx="15551" cy="15551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AFBE3AC-50DC-8874-E0DA-4AB46A31DA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95044" y="3582711"/>
                <a:ext cx="528734" cy="3234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E5F28BE-5313-0101-D582-F7277AE093EB}"/>
                  </a:ext>
                </a:extLst>
              </p14:cNvPr>
              <p14:cNvContentPartPr/>
              <p14:nvPr/>
            </p14:nvContentPartPr>
            <p14:xfrm>
              <a:off x="5157714" y="3758469"/>
              <a:ext cx="395412" cy="144952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E5F28BE-5313-0101-D582-F7277AE093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39724" y="3740888"/>
                <a:ext cx="431031" cy="180472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E96E138-B638-A3B7-B880-65E7551657A6}"/>
              </a:ext>
            </a:extLst>
          </p:cNvPr>
          <p:cNvSpPr txBox="1"/>
          <p:nvPr/>
        </p:nvSpPr>
        <p:spPr>
          <a:xfrm>
            <a:off x="7924800" y="2937933"/>
            <a:ext cx="26246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"thinks and decides"</a:t>
            </a:r>
          </a:p>
          <a:p>
            <a:pPr algn="ctr"/>
            <a:endParaRPr lang="en-US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93D27E19-8C67-8464-59FE-14898B5337E0}"/>
              </a:ext>
            </a:extLst>
          </p:cNvPr>
          <p:cNvSpPr/>
          <p:nvPr/>
        </p:nvSpPr>
        <p:spPr>
          <a:xfrm>
            <a:off x="6106330" y="2814149"/>
            <a:ext cx="1808141" cy="730168"/>
          </a:xfrm>
          <a:prstGeom prst="lef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76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2A1A-B466-01DD-F914-4CFAA171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 TOOL (Calendar / Parser / Task Manager)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D0CFE-144E-4B0D-8A01-86336DBB7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FE8F85-0630-FEAC-48E1-AECDFA1CC010}"/>
              </a:ext>
            </a:extLst>
          </p:cNvPr>
          <p:cNvSpPr/>
          <p:nvPr/>
        </p:nvSpPr>
        <p:spPr>
          <a:xfrm>
            <a:off x="4037046" y="3267269"/>
            <a:ext cx="4102357" cy="2687214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TOOLBOX - calendar  </a:t>
            </a:r>
          </a:p>
          <a:p>
            <a:pPr algn="ctr"/>
            <a:r>
              <a:rPr lang="en-US"/>
              <a:t>parser</a:t>
            </a:r>
            <a:r>
              <a:rPr lang="en-US" dirty="0"/>
              <a:t> </a:t>
            </a:r>
          </a:p>
          <a:p>
            <a:pPr algn="ctr"/>
            <a:r>
              <a:rPr lang="en-US"/>
              <a:t>tasks </a:t>
            </a:r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49F6364C-3372-1EE9-4D1B-8A8422246D37}"/>
              </a:ext>
            </a:extLst>
          </p:cNvPr>
          <p:cNvSpPr/>
          <p:nvPr/>
        </p:nvSpPr>
        <p:spPr>
          <a:xfrm>
            <a:off x="4133269" y="2158288"/>
            <a:ext cx="3915744" cy="2228460"/>
          </a:xfrm>
          <a:prstGeom prst="blockArc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233F840-3F9C-BFC0-151C-89408374BFAE}"/>
                  </a:ext>
                </a:extLst>
              </p14:cNvPr>
              <p14:cNvContentPartPr/>
              <p14:nvPr/>
            </p14:nvContentPartPr>
            <p14:xfrm>
              <a:off x="5316140" y="5454079"/>
              <a:ext cx="1527989" cy="371418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233F840-3F9C-BFC0-151C-89408374BF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8502" y="5436461"/>
                <a:ext cx="1563624" cy="407014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A17D6193-30D1-628C-A565-23A74956CC54}"/>
              </a:ext>
            </a:extLst>
          </p:cNvPr>
          <p:cNvSpPr/>
          <p:nvPr/>
        </p:nvSpPr>
        <p:spPr>
          <a:xfrm>
            <a:off x="5173241" y="4877772"/>
            <a:ext cx="580054" cy="564503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AA686C-666C-9870-56F6-97E5B85DC64C}"/>
              </a:ext>
            </a:extLst>
          </p:cNvPr>
          <p:cNvSpPr/>
          <p:nvPr/>
        </p:nvSpPr>
        <p:spPr>
          <a:xfrm>
            <a:off x="6237514" y="4861249"/>
            <a:ext cx="603380" cy="580053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5AAC91-C7F4-2816-7B75-97CA40C6EDCF}"/>
                  </a:ext>
                </a:extLst>
              </p14:cNvPr>
              <p14:cNvContentPartPr/>
              <p14:nvPr/>
            </p14:nvContentPartPr>
            <p14:xfrm>
              <a:off x="5452683" y="5114108"/>
              <a:ext cx="15551" cy="15551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5AAC91-C7F4-2816-7B75-97CA40C6EDC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05058" y="4336558"/>
                <a:ext cx="111773" cy="1555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86B9A26-0466-39FA-5AB5-8FE9F1A77780}"/>
                  </a:ext>
                </a:extLst>
              </p14:cNvPr>
              <p14:cNvContentPartPr/>
              <p14:nvPr/>
            </p14:nvContentPartPr>
            <p14:xfrm>
              <a:off x="5403993" y="5080442"/>
              <a:ext cx="128627" cy="92746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86B9A26-0466-39FA-5AB5-8FE9F1A7778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86028" y="5062895"/>
                <a:ext cx="164197" cy="1281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8720AE-AC23-7FEF-C989-BE230CEF8EEE}"/>
                  </a:ext>
                </a:extLst>
              </p14:cNvPr>
              <p14:cNvContentPartPr/>
              <p14:nvPr/>
            </p14:nvContentPartPr>
            <p14:xfrm>
              <a:off x="6388023" y="5086006"/>
              <a:ext cx="228597" cy="154168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8720AE-AC23-7FEF-C989-BE230CEF8EE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70052" y="5068038"/>
                <a:ext cx="264180" cy="1897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1C6DC3-1D99-A521-991A-97D665EFC79B}"/>
                  </a:ext>
                </a:extLst>
              </p14:cNvPr>
              <p14:cNvContentPartPr/>
              <p14:nvPr/>
            </p14:nvContentPartPr>
            <p14:xfrm>
              <a:off x="5400074" y="5101390"/>
              <a:ext cx="154216" cy="129985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1C6DC3-1D99-A521-991A-97D665EFC79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82100" y="5083436"/>
                <a:ext cx="189804" cy="165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2158007-AF35-8259-0319-3287950DC67D}"/>
                  </a:ext>
                </a:extLst>
              </p14:cNvPr>
              <p14:cNvContentPartPr/>
              <p14:nvPr/>
            </p14:nvContentPartPr>
            <p14:xfrm>
              <a:off x="6421269" y="5045150"/>
              <a:ext cx="232709" cy="216427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2158007-AF35-8259-0319-3287950DC67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03645" y="5027534"/>
                <a:ext cx="268317" cy="252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F1E460C-A987-F114-CFC2-46D43A8C5062}"/>
                  </a:ext>
                </a:extLst>
              </p14:cNvPr>
              <p14:cNvContentPartPr/>
              <p14:nvPr/>
            </p14:nvContentPartPr>
            <p14:xfrm>
              <a:off x="6580203" y="5072395"/>
              <a:ext cx="12192" cy="12192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F1E460C-A987-F114-CFC2-46D43A8C506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970603" y="4462795"/>
                <a:ext cx="1219200" cy="12192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L-Shape 16">
            <a:extLst>
              <a:ext uri="{FF2B5EF4-FFF2-40B4-BE49-F238E27FC236}">
                <a16:creationId xmlns:a16="http://schemas.microsoft.com/office/drawing/2014/main" id="{4D2688DC-9623-3077-2934-70A3D4D854D8}"/>
              </a:ext>
            </a:extLst>
          </p:cNvPr>
          <p:cNvSpPr/>
          <p:nvPr/>
        </p:nvSpPr>
        <p:spPr>
          <a:xfrm>
            <a:off x="2625436" y="3932959"/>
            <a:ext cx="1459922" cy="923058"/>
          </a:xfrm>
          <a:prstGeom prst="corner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-Shape 17">
            <a:extLst>
              <a:ext uri="{FF2B5EF4-FFF2-40B4-BE49-F238E27FC236}">
                <a16:creationId xmlns:a16="http://schemas.microsoft.com/office/drawing/2014/main" id="{9CD5632B-1C40-0469-FEBD-9A5032FF36B6}"/>
              </a:ext>
            </a:extLst>
          </p:cNvPr>
          <p:cNvSpPr/>
          <p:nvPr/>
        </p:nvSpPr>
        <p:spPr>
          <a:xfrm flipH="1">
            <a:off x="8055552" y="3945948"/>
            <a:ext cx="1371601" cy="923058"/>
          </a:xfrm>
          <a:prstGeom prst="corner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03E52FA2-E1D8-FFB9-4537-E4E09436C1D3}"/>
              </a:ext>
            </a:extLst>
          </p:cNvPr>
          <p:cNvSpPr/>
          <p:nvPr/>
        </p:nvSpPr>
        <p:spPr>
          <a:xfrm flipH="1">
            <a:off x="4145973" y="5829300"/>
            <a:ext cx="1025236" cy="905739"/>
          </a:xfrm>
          <a:prstGeom prst="corner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-Shape 21">
            <a:extLst>
              <a:ext uri="{FF2B5EF4-FFF2-40B4-BE49-F238E27FC236}">
                <a16:creationId xmlns:a16="http://schemas.microsoft.com/office/drawing/2014/main" id="{E48769E8-ED5D-BF69-F82A-7AE560C60A35}"/>
              </a:ext>
            </a:extLst>
          </p:cNvPr>
          <p:cNvSpPr/>
          <p:nvPr/>
        </p:nvSpPr>
        <p:spPr>
          <a:xfrm>
            <a:off x="6638925" y="5954857"/>
            <a:ext cx="1018308" cy="784513"/>
          </a:xfrm>
          <a:prstGeom prst="corner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AF172EA-094F-ECFB-32F8-038F7032B387}"/>
              </a:ext>
            </a:extLst>
          </p:cNvPr>
          <p:cNvSpPr/>
          <p:nvPr/>
        </p:nvSpPr>
        <p:spPr>
          <a:xfrm>
            <a:off x="5898573" y="5327071"/>
            <a:ext cx="299604" cy="230333"/>
          </a:xfrm>
          <a:prstGeom prst="ellipse">
            <a:avLst/>
          </a:prstGeom>
          <a:solidFill>
            <a:schemeClr val="bg2">
              <a:lumMod val="2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6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C5270-EABC-E06D-39DB-882D99AB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 2 — Task Planning Agent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8C910-B4F4-50BC-A228-0B369A487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>
                <a:latin typeface="Calisto MT"/>
              </a:rPr>
              <a:t> planning “brain”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EE1FDA0-B861-7F56-B56F-4A24A6E346F0}"/>
              </a:ext>
            </a:extLst>
          </p:cNvPr>
          <p:cNvSpPr/>
          <p:nvPr/>
        </p:nvSpPr>
        <p:spPr>
          <a:xfrm>
            <a:off x="4941941" y="2718664"/>
            <a:ext cx="2216191" cy="2096277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9CB6FA7B-CCF0-3E76-98D5-206F1F63FCD1}"/>
              </a:ext>
            </a:extLst>
          </p:cNvPr>
          <p:cNvSpPr/>
          <p:nvPr/>
        </p:nvSpPr>
        <p:spPr>
          <a:xfrm flipH="1">
            <a:off x="4452408" y="4443942"/>
            <a:ext cx="982132" cy="1718733"/>
          </a:xfrm>
          <a:prstGeom prst="rt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F8961DD5-7A2E-CBB0-DE3C-C032FDA5EEA3}"/>
              </a:ext>
            </a:extLst>
          </p:cNvPr>
          <p:cNvSpPr/>
          <p:nvPr/>
        </p:nvSpPr>
        <p:spPr>
          <a:xfrm flipH="1">
            <a:off x="5814484" y="4442883"/>
            <a:ext cx="855132" cy="1718734"/>
          </a:xfrm>
          <a:prstGeom prst="rt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-Shape 6">
            <a:extLst>
              <a:ext uri="{FF2B5EF4-FFF2-40B4-BE49-F238E27FC236}">
                <a16:creationId xmlns:a16="http://schemas.microsoft.com/office/drawing/2014/main" id="{BD12E1D6-23CB-A80B-AC8B-DC39D1654E75}"/>
              </a:ext>
            </a:extLst>
          </p:cNvPr>
          <p:cNvSpPr/>
          <p:nvPr/>
        </p:nvSpPr>
        <p:spPr>
          <a:xfrm>
            <a:off x="4052359" y="3307292"/>
            <a:ext cx="1032933" cy="914400"/>
          </a:xfrm>
          <a:prstGeom prst="corner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id="{D8939867-98EE-9278-7E39-1F9A6EDDD456}"/>
              </a:ext>
            </a:extLst>
          </p:cNvPr>
          <p:cNvSpPr/>
          <p:nvPr/>
        </p:nvSpPr>
        <p:spPr>
          <a:xfrm flipH="1" flipV="1">
            <a:off x="7006167" y="3763434"/>
            <a:ext cx="1032933" cy="880533"/>
          </a:xfrm>
          <a:prstGeom prst="corner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23FE5C-A276-39B7-93B1-E82DBDC442F9}"/>
              </a:ext>
            </a:extLst>
          </p:cNvPr>
          <p:cNvSpPr/>
          <p:nvPr/>
        </p:nvSpPr>
        <p:spPr>
          <a:xfrm>
            <a:off x="5244041" y="3398306"/>
            <a:ext cx="414868" cy="372534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B97F78-5B68-4BA0-E9A0-0CC81EE30C15}"/>
              </a:ext>
            </a:extLst>
          </p:cNvPr>
          <p:cNvSpPr/>
          <p:nvPr/>
        </p:nvSpPr>
        <p:spPr>
          <a:xfrm>
            <a:off x="6089648" y="3405716"/>
            <a:ext cx="431803" cy="397934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C7B6ABB-A937-73F5-5C4F-C04B7C0FCD1E}"/>
                  </a:ext>
                </a:extLst>
              </p14:cNvPr>
              <p14:cNvContentPartPr/>
              <p14:nvPr/>
            </p14:nvContentPartPr>
            <p14:xfrm>
              <a:off x="5464108" y="4126819"/>
              <a:ext cx="1199185" cy="361826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C7B6ABB-A937-73F5-5C4F-C04B7C0FCD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6113" y="4109195"/>
                <a:ext cx="1234815" cy="3974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3A22CC-D38D-C8BA-40FD-C032743FB36A}"/>
                  </a:ext>
                </a:extLst>
              </p14:cNvPr>
              <p14:cNvContentPartPr/>
              <p14:nvPr/>
            </p14:nvContentPartPr>
            <p14:xfrm>
              <a:off x="5501480" y="3588686"/>
              <a:ext cx="16933" cy="16933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3A22CC-D38D-C8BA-40FD-C032743FB3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71763" y="3377023"/>
                <a:ext cx="1693300" cy="4360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2C37997-7613-B033-7915-FCF679CF4C94}"/>
                  </a:ext>
                </a:extLst>
              </p14:cNvPr>
              <p14:cNvContentPartPr/>
              <p14:nvPr/>
            </p14:nvContentPartPr>
            <p14:xfrm>
              <a:off x="5501348" y="3587881"/>
              <a:ext cx="16933" cy="16933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2C37997-7613-B033-7915-FCF679CF4C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71631" y="3311309"/>
                <a:ext cx="1693300" cy="575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1C8C3D4-30B9-46D3-50CF-45CC43AADD3D}"/>
                  </a:ext>
                </a:extLst>
              </p14:cNvPr>
              <p14:cNvContentPartPr/>
              <p14:nvPr/>
            </p14:nvContentPartPr>
            <p14:xfrm>
              <a:off x="5496967" y="3588244"/>
              <a:ext cx="16933" cy="16933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1C8C3D4-30B9-46D3-50CF-45CC43AADD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33143" y="3306027"/>
                <a:ext cx="145884" cy="575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CB6A9E4-C5F2-9C60-C3FC-276831624248}"/>
                  </a:ext>
                </a:extLst>
              </p14:cNvPr>
              <p14:cNvContentPartPr/>
              <p14:nvPr/>
            </p14:nvContentPartPr>
            <p14:xfrm>
              <a:off x="5469730" y="3587220"/>
              <a:ext cx="16933" cy="16933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CB6A9E4-C5F2-9C60-C3FC-27683162424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23080" y="2757503"/>
                <a:ext cx="1693300" cy="169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0544141-6B20-D246-5A7E-4D30DB57F8EE}"/>
                  </a:ext>
                </a:extLst>
              </p14:cNvPr>
              <p14:cNvContentPartPr/>
              <p14:nvPr/>
            </p14:nvContentPartPr>
            <p14:xfrm>
              <a:off x="5469730" y="3587220"/>
              <a:ext cx="16933" cy="16933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0544141-6B20-D246-5A7E-4D30DB57F8E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23080" y="2757503"/>
                <a:ext cx="1693300" cy="169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B0AEEAF-B93B-54D3-1880-A02B1DB4F0F2}"/>
                  </a:ext>
                </a:extLst>
              </p14:cNvPr>
              <p14:cNvContentPartPr/>
              <p14:nvPr/>
            </p14:nvContentPartPr>
            <p14:xfrm>
              <a:off x="5469730" y="3587220"/>
              <a:ext cx="16933" cy="16933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B0AEEAF-B93B-54D3-1880-A02B1DB4F0F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23080" y="2757503"/>
                <a:ext cx="1693300" cy="169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0A3A5EA-7ED5-36D0-1023-94936DDD4AF1}"/>
                  </a:ext>
                </a:extLst>
              </p14:cNvPr>
              <p14:cNvContentPartPr/>
              <p14:nvPr/>
            </p14:nvContentPartPr>
            <p14:xfrm>
              <a:off x="6332404" y="3605146"/>
              <a:ext cx="16933" cy="16933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0A3A5EA-7ED5-36D0-1023-94936DDD4A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85754" y="2775429"/>
                <a:ext cx="1693300" cy="169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EE0E3E2-FF09-99AF-0117-41770267E981}"/>
                  </a:ext>
                </a:extLst>
              </p14:cNvPr>
              <p14:cNvContentPartPr/>
              <p14:nvPr/>
            </p14:nvContentPartPr>
            <p14:xfrm>
              <a:off x="6332404" y="3605146"/>
              <a:ext cx="16933" cy="16933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EE0E3E2-FF09-99AF-0117-41770267E98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85754" y="2775429"/>
                <a:ext cx="1693300" cy="169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DF40004-BD10-E1DB-E9EF-9112EC41D334}"/>
                  </a:ext>
                </a:extLst>
              </p14:cNvPr>
              <p14:cNvContentPartPr/>
              <p14:nvPr/>
            </p14:nvContentPartPr>
            <p14:xfrm>
              <a:off x="6332404" y="3605146"/>
              <a:ext cx="16933" cy="16933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DF40004-BD10-E1DB-E9EF-9112EC41D33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85754" y="2775429"/>
                <a:ext cx="1693300" cy="169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3F949A5-A8F7-7C55-6221-2CA2CBAD0460}"/>
                  </a:ext>
                </a:extLst>
              </p14:cNvPr>
              <p14:cNvContentPartPr/>
              <p14:nvPr/>
            </p14:nvContentPartPr>
            <p14:xfrm>
              <a:off x="6326650" y="3583913"/>
              <a:ext cx="16933" cy="16933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3F949A5-A8F7-7C55-6221-2CA2CBAD046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80000" y="2754196"/>
                <a:ext cx="1693300" cy="169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37CE0CC-68AC-1AAA-54BD-3039769EB557}"/>
                  </a:ext>
                </a:extLst>
              </p14:cNvPr>
              <p14:cNvContentPartPr/>
              <p14:nvPr/>
            </p14:nvContentPartPr>
            <p14:xfrm>
              <a:off x="6284074" y="3584801"/>
              <a:ext cx="56061" cy="48051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37CE0CC-68AC-1AAA-54BD-3039769EB55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66577" y="3566872"/>
                <a:ext cx="91412" cy="835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D42946E-6502-5E0C-E90E-5C1CDD85BBD8}"/>
                  </a:ext>
                </a:extLst>
              </p14:cNvPr>
              <p14:cNvContentPartPr/>
              <p14:nvPr/>
            </p14:nvContentPartPr>
            <p14:xfrm>
              <a:off x="5406089" y="3553035"/>
              <a:ext cx="104554" cy="58109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D42946E-6502-5E0C-E90E-5C1CDD85BBD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388484" y="3535100"/>
                <a:ext cx="140124" cy="9362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3A34FF6-80B0-F248-0F86-ABDEBB39FC92}"/>
              </a:ext>
            </a:extLst>
          </p:cNvPr>
          <p:cNvSpPr txBox="1"/>
          <p:nvPr/>
        </p:nvSpPr>
        <p:spPr>
          <a:xfrm>
            <a:off x="1405467" y="3437467"/>
            <a:ext cx="1981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sto MT"/>
              </a:rPr>
              <a:t>BERT planner</a:t>
            </a:r>
            <a:endParaRPr lang="en-US" dirty="0">
              <a:latin typeface="Calisto MT"/>
            </a:endParaRPr>
          </a:p>
          <a:p>
            <a:pPr algn="ctr"/>
            <a:endParaRPr lang="en-US">
              <a:latin typeface="Consolas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C148916-CB8F-40EE-F22E-B320FB986829}"/>
              </a:ext>
            </a:extLst>
          </p:cNvPr>
          <p:cNvSpPr/>
          <p:nvPr/>
        </p:nvSpPr>
        <p:spPr>
          <a:xfrm>
            <a:off x="3168396" y="3389884"/>
            <a:ext cx="868341" cy="543898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F0AF09-73A5-06FC-38EE-39B7D19A642A}"/>
              </a:ext>
            </a:extLst>
          </p:cNvPr>
          <p:cNvSpPr txBox="1"/>
          <p:nvPr/>
        </p:nvSpPr>
        <p:spPr>
          <a:xfrm>
            <a:off x="702734" y="4487333"/>
            <a:ext cx="19304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sto MT"/>
              </a:rPr>
              <a:t>"Builds study </a:t>
            </a:r>
            <a:r>
              <a:rPr lang="en-US">
                <a:latin typeface="Calisto MT"/>
              </a:rPr>
              <a:t>schedule</a:t>
            </a:r>
            <a:r>
              <a:rPr lang="en-US" dirty="0">
                <a:latin typeface="Calisto MT"/>
              </a:rPr>
              <a:t>"</a:t>
            </a:r>
          </a:p>
          <a:p>
            <a:pPr algn="ctr"/>
            <a:endParaRPr lang="en-US">
              <a:latin typeface="Consolas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12AACDA-E4A8-6FF4-2EF6-69C5AF2F5CD0}"/>
              </a:ext>
            </a:extLst>
          </p:cNvPr>
          <p:cNvSpPr/>
          <p:nvPr/>
        </p:nvSpPr>
        <p:spPr>
          <a:xfrm>
            <a:off x="2651929" y="4465151"/>
            <a:ext cx="1410208" cy="476166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8145FE9C-E242-E2D5-7A53-091102108C17}"/>
              </a:ext>
            </a:extLst>
          </p:cNvPr>
          <p:cNvSpPr/>
          <p:nvPr/>
        </p:nvSpPr>
        <p:spPr>
          <a:xfrm>
            <a:off x="8256478" y="3636957"/>
            <a:ext cx="978408" cy="484632"/>
          </a:xfrm>
          <a:prstGeom prst="leftArrow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7AD793-A2EF-18A1-5881-18A1F8EC874B}"/>
              </a:ext>
            </a:extLst>
          </p:cNvPr>
          <p:cNvSpPr/>
          <p:nvPr/>
        </p:nvSpPr>
        <p:spPr>
          <a:xfrm>
            <a:off x="5811982" y="3803072"/>
            <a:ext cx="368877" cy="316923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3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C7989-3E65-1200-1D0C-C151F96BC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OUTPUT (Final Organized Plan</a:t>
            </a:r>
            <a:r>
              <a:rPr lang="en-US" b="1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8ED70-8709-D426-8D6B-225D36BBA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latin typeface="Calisto MT"/>
              </a:rPr>
              <a:t>Tasks and timeline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EC0249-3704-C9F4-18BD-06874AC12B56}"/>
              </a:ext>
            </a:extLst>
          </p:cNvPr>
          <p:cNvSpPr/>
          <p:nvPr/>
        </p:nvSpPr>
        <p:spPr>
          <a:xfrm>
            <a:off x="5029197" y="2204153"/>
            <a:ext cx="2122311" cy="2212623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F05E2F-FE2C-24ED-82C0-1649551D0954}"/>
              </a:ext>
            </a:extLst>
          </p:cNvPr>
          <p:cNvSpPr/>
          <p:nvPr/>
        </p:nvSpPr>
        <p:spPr>
          <a:xfrm>
            <a:off x="5036609" y="4638674"/>
            <a:ext cx="2116666" cy="914400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-Shape 5">
            <a:extLst>
              <a:ext uri="{FF2B5EF4-FFF2-40B4-BE49-F238E27FC236}">
                <a16:creationId xmlns:a16="http://schemas.microsoft.com/office/drawing/2014/main" id="{ABEA6B01-518A-4964-1BAD-C3607925244A}"/>
              </a:ext>
            </a:extLst>
          </p:cNvPr>
          <p:cNvSpPr/>
          <p:nvPr/>
        </p:nvSpPr>
        <p:spPr>
          <a:xfrm flipH="1">
            <a:off x="6816372" y="4425950"/>
            <a:ext cx="1236133" cy="914400"/>
          </a:xfrm>
          <a:prstGeom prst="corner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-Shape 6">
            <a:extLst>
              <a:ext uri="{FF2B5EF4-FFF2-40B4-BE49-F238E27FC236}">
                <a16:creationId xmlns:a16="http://schemas.microsoft.com/office/drawing/2014/main" id="{3C3D69ED-6599-2AF9-C7DA-C963D2F359C1}"/>
              </a:ext>
            </a:extLst>
          </p:cNvPr>
          <p:cNvSpPr/>
          <p:nvPr/>
        </p:nvSpPr>
        <p:spPr>
          <a:xfrm>
            <a:off x="4204759" y="4427713"/>
            <a:ext cx="1066800" cy="914400"/>
          </a:xfrm>
          <a:prstGeom prst="corner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0CB24DED-1018-DD36-35FB-09A28F548F88}"/>
              </a:ext>
            </a:extLst>
          </p:cNvPr>
          <p:cNvSpPr/>
          <p:nvPr/>
        </p:nvSpPr>
        <p:spPr>
          <a:xfrm flipH="1">
            <a:off x="4923367" y="5366455"/>
            <a:ext cx="1004712" cy="1185333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BFD6A5E-586B-085D-B72E-12EA7C7CCAE6}"/>
              </a:ext>
            </a:extLst>
          </p:cNvPr>
          <p:cNvSpPr/>
          <p:nvPr/>
        </p:nvSpPr>
        <p:spPr>
          <a:xfrm>
            <a:off x="6360584" y="5415139"/>
            <a:ext cx="914400" cy="1162755"/>
          </a:xfrm>
          <a:prstGeom prst="rt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446DFC4-8D0C-4827-17BD-8AB0E1116860}"/>
              </a:ext>
            </a:extLst>
          </p:cNvPr>
          <p:cNvSpPr/>
          <p:nvPr/>
        </p:nvSpPr>
        <p:spPr>
          <a:xfrm>
            <a:off x="5272968" y="3057525"/>
            <a:ext cx="541868" cy="479779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5C2BC7-7C21-3E49-4E95-1D3C6CCC5270}"/>
              </a:ext>
            </a:extLst>
          </p:cNvPr>
          <p:cNvSpPr/>
          <p:nvPr/>
        </p:nvSpPr>
        <p:spPr>
          <a:xfrm>
            <a:off x="6053668" y="3053644"/>
            <a:ext cx="592667" cy="491066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D406EA9-D8A1-BC33-B5CC-31D60023882B}"/>
                  </a:ext>
                </a:extLst>
              </p14:cNvPr>
              <p14:cNvContentPartPr/>
              <p14:nvPr/>
            </p14:nvContentPartPr>
            <p14:xfrm>
              <a:off x="5554331" y="3852557"/>
              <a:ext cx="757585" cy="377171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D406EA9-D8A1-BC33-B5CC-31D6002388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6336" y="3834579"/>
                <a:ext cx="793215" cy="412767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ylinder 15">
            <a:extLst>
              <a:ext uri="{FF2B5EF4-FFF2-40B4-BE49-F238E27FC236}">
                <a16:creationId xmlns:a16="http://schemas.microsoft.com/office/drawing/2014/main" id="{EBA19EE4-20E5-E6EA-AF25-73D0EDE5FD5B}"/>
              </a:ext>
            </a:extLst>
          </p:cNvPr>
          <p:cNvSpPr/>
          <p:nvPr/>
        </p:nvSpPr>
        <p:spPr>
          <a:xfrm>
            <a:off x="5588705" y="4402074"/>
            <a:ext cx="1015999" cy="471086"/>
          </a:xfrm>
          <a:prstGeom prst="can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B31F189-8184-7D8A-75E3-64CBD03F2CE6}"/>
                  </a:ext>
                </a:extLst>
              </p14:cNvPr>
              <p14:cNvContentPartPr/>
              <p14:nvPr/>
            </p14:nvContentPartPr>
            <p14:xfrm>
              <a:off x="5521456" y="3267508"/>
              <a:ext cx="42775" cy="90771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B31F189-8184-7D8A-75E3-64CBD03F2C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03990" y="3249569"/>
                <a:ext cx="78064" cy="126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BDBBEB6-42EC-FDE0-6748-946AC148E85C}"/>
                  </a:ext>
                </a:extLst>
              </p14:cNvPr>
              <p14:cNvContentPartPr/>
              <p14:nvPr/>
            </p14:nvContentPartPr>
            <p14:xfrm>
              <a:off x="6258257" y="3245154"/>
              <a:ext cx="193954" cy="9620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BDBBEB6-42EC-FDE0-6748-946AC148E85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40298" y="3227205"/>
                <a:ext cx="229512" cy="131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A29CAF7-A9FA-D2D0-BE81-6630CD5CC97E}"/>
                  </a:ext>
                </a:extLst>
              </p14:cNvPr>
              <p14:cNvContentPartPr/>
              <p14:nvPr/>
            </p14:nvContentPartPr>
            <p14:xfrm>
              <a:off x="5555889" y="3281159"/>
              <a:ext cx="50851" cy="62983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A29CAF7-A9FA-D2D0-BE81-6630CD5CC97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38342" y="3263624"/>
                <a:ext cx="86303" cy="98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9C795A2-9278-EBC8-16BF-FFC66B6EED75}"/>
                  </a:ext>
                </a:extLst>
              </p14:cNvPr>
              <p14:cNvContentPartPr/>
              <p14:nvPr/>
            </p14:nvContentPartPr>
            <p14:xfrm>
              <a:off x="6290838" y="3273279"/>
              <a:ext cx="135782" cy="63055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9C795A2-9278-EBC8-16BF-FFC66B6EED7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72877" y="3255366"/>
                <a:ext cx="171344" cy="98523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E75F0BF-1831-1CF0-FD3C-5E3B1E6F9C5A}"/>
              </a:ext>
            </a:extLst>
          </p:cNvPr>
          <p:cNvSpPr txBox="1"/>
          <p:nvPr/>
        </p:nvSpPr>
        <p:spPr>
          <a:xfrm>
            <a:off x="5469466" y="4876800"/>
            <a:ext cx="1794933" cy="711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52CF532-75B6-F815-A10B-BA47AC5B4297}"/>
              </a:ext>
            </a:extLst>
          </p:cNvPr>
          <p:cNvSpPr/>
          <p:nvPr/>
        </p:nvSpPr>
        <p:spPr>
          <a:xfrm>
            <a:off x="3226604" y="2211958"/>
            <a:ext cx="978408" cy="628566"/>
          </a:xfrm>
          <a:prstGeom prst="rightArrow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E137B5-7427-C879-AA24-65F3DAF2F513}"/>
              </a:ext>
            </a:extLst>
          </p:cNvPr>
          <p:cNvSpPr/>
          <p:nvPr/>
        </p:nvSpPr>
        <p:spPr>
          <a:xfrm>
            <a:off x="5716732" y="3543299"/>
            <a:ext cx="334241" cy="342900"/>
          </a:xfrm>
          <a:prstGeom prst="ellips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5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58FA-1E1F-4401-2C26-D1356F02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Agent Architecture Diagram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82B7-9294-BC5F-ADAD-45049FA0B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DE178E-1DE3-2745-A0F9-7A8BCC515471}"/>
              </a:ext>
            </a:extLst>
          </p:cNvPr>
          <p:cNvSpPr/>
          <p:nvPr/>
        </p:nvSpPr>
        <p:spPr>
          <a:xfrm>
            <a:off x="353043" y="1712521"/>
            <a:ext cx="3529444" cy="1754330"/>
          </a:xfrm>
          <a:prstGeom prst="round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INPUT: </a:t>
            </a:r>
          </a:p>
          <a:p>
            <a:pPr algn="ctr"/>
            <a:r>
              <a:rPr lang="en-US" dirty="0"/>
              <a:t> Individual uploads </a:t>
            </a:r>
            <a:r>
              <a:rPr lang="en-US"/>
              <a:t>homework instructions </a:t>
            </a:r>
          </a:p>
          <a:p>
            <a:pPr algn="ctr"/>
            <a:r>
              <a:rPr lang="en-US"/>
              <a:t>(PDF, </a:t>
            </a:r>
            <a:r>
              <a:rPr lang="en-US" dirty="0"/>
              <a:t>text,</a:t>
            </a:r>
            <a:endParaRPr lang="en-US"/>
          </a:p>
          <a:p>
            <a:pPr algn="ctr"/>
            <a:r>
              <a:rPr lang="en-US"/>
              <a:t> Canvas link, etc.).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7BD78FF-2BEA-CE74-182C-9D231E31B023}"/>
              </a:ext>
            </a:extLst>
          </p:cNvPr>
          <p:cNvSpPr/>
          <p:nvPr/>
        </p:nvSpPr>
        <p:spPr>
          <a:xfrm>
            <a:off x="4472455" y="2346752"/>
            <a:ext cx="978408" cy="484632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A857B-02A7-62F0-2DF2-DE9C49872D5C}"/>
              </a:ext>
            </a:extLst>
          </p:cNvPr>
          <p:cNvSpPr txBox="1"/>
          <p:nvPr/>
        </p:nvSpPr>
        <p:spPr>
          <a:xfrm>
            <a:off x="4000500" y="2831523"/>
            <a:ext cx="22513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Raw assignment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F47EE9-4026-3C84-0D1A-46460D548606}"/>
              </a:ext>
            </a:extLst>
          </p:cNvPr>
          <p:cNvSpPr/>
          <p:nvPr/>
        </p:nvSpPr>
        <p:spPr>
          <a:xfrm>
            <a:off x="6266585" y="1711902"/>
            <a:ext cx="2758783" cy="1737012"/>
          </a:xfrm>
          <a:prstGeom prst="round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DEEP LEARNING </a:t>
            </a:r>
            <a:r>
              <a:rPr lang="en-US"/>
              <a:t>MODEL:  </a:t>
            </a:r>
          </a:p>
          <a:p>
            <a:pPr algn="ctr"/>
            <a:r>
              <a:rPr lang="en-US" dirty="0"/>
              <a:t>Fine‑tuned BERT model extracts requirements, </a:t>
            </a:r>
            <a:r>
              <a:rPr lang="en-US"/>
              <a:t>due dates, and key roles. 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E2776DA-E329-468F-7D96-083CBBD750F8}"/>
              </a:ext>
            </a:extLst>
          </p:cNvPr>
          <p:cNvSpPr/>
          <p:nvPr/>
        </p:nvSpPr>
        <p:spPr>
          <a:xfrm>
            <a:off x="9247944" y="2351081"/>
            <a:ext cx="683999" cy="519268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CFDDB1-A30F-1B11-BBB0-0F9A48E115B8}"/>
              </a:ext>
            </a:extLst>
          </p:cNvPr>
          <p:cNvSpPr/>
          <p:nvPr/>
        </p:nvSpPr>
        <p:spPr>
          <a:xfrm>
            <a:off x="10054937" y="1716231"/>
            <a:ext cx="2325830" cy="2732808"/>
          </a:xfrm>
          <a:prstGeom prst="round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</a:t>
            </a:r>
            <a:r>
              <a:rPr lang="en-US"/>
              <a:t>BRAIN  (LLM):  </a:t>
            </a:r>
          </a:p>
          <a:p>
            <a:pPr algn="ctr"/>
            <a:r>
              <a:rPr lang="en-US" dirty="0"/>
              <a:t> </a:t>
            </a:r>
            <a:r>
              <a:rPr lang="en-US"/>
              <a:t>Explains extracted</a:t>
            </a:r>
            <a:r>
              <a:rPr lang="en-US" dirty="0"/>
              <a:t> information, reasons about next steps, coordinates other agents, and chooses on which tool to call.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F0B589-A712-D73C-4F30-3CA2F6F66296}"/>
              </a:ext>
            </a:extLst>
          </p:cNvPr>
          <p:cNvSpPr txBox="1"/>
          <p:nvPr/>
        </p:nvSpPr>
        <p:spPr>
          <a:xfrm>
            <a:off x="8260773" y="3515590"/>
            <a:ext cx="180109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Extracted requirements + metadata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95ABCD-27DD-DBA7-02D9-A445FA8AF867}"/>
              </a:ext>
            </a:extLst>
          </p:cNvPr>
          <p:cNvCxnSpPr/>
          <p:nvPr/>
        </p:nvCxnSpPr>
        <p:spPr>
          <a:xfrm flipH="1">
            <a:off x="2920709" y="3296517"/>
            <a:ext cx="6965375" cy="135601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1476F3-EFC2-3544-90B2-AAF8AB8C7AF5}"/>
              </a:ext>
            </a:extLst>
          </p:cNvPr>
          <p:cNvSpPr/>
          <p:nvPr/>
        </p:nvSpPr>
        <p:spPr>
          <a:xfrm>
            <a:off x="174913" y="3993572"/>
            <a:ext cx="2412421" cy="2724147"/>
          </a:xfrm>
          <a:prstGeom prst="round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TOOLS: </a:t>
            </a:r>
          </a:p>
          <a:p>
            <a:pPr algn="ctr"/>
            <a:r>
              <a:rPr lang="en-US" dirty="0"/>
              <a:t>Calendar API, Task Manager, or </a:t>
            </a:r>
            <a:r>
              <a:rPr lang="en-US"/>
              <a:t>File System are used to plan roles, produce summaries, or make a study schedule.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31512-F899-C127-523A-291DE72156D1}"/>
              </a:ext>
            </a:extLst>
          </p:cNvPr>
          <p:cNvSpPr txBox="1"/>
          <p:nvPr/>
        </p:nvSpPr>
        <p:spPr>
          <a:xfrm>
            <a:off x="10044545" y="4476751"/>
            <a:ext cx="18166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Structured plan </a:t>
            </a:r>
            <a:r>
              <a:rPr lang="en-US"/>
              <a:t>+ tool request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4C6331-C334-CC44-3CFB-594EF542CFAB}"/>
              </a:ext>
            </a:extLst>
          </p:cNvPr>
          <p:cNvSpPr txBox="1"/>
          <p:nvPr/>
        </p:nvSpPr>
        <p:spPr>
          <a:xfrm>
            <a:off x="2874817" y="4901045"/>
            <a:ext cx="27709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Final organized output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E163A908-1826-F175-BD82-609080AE20A8}"/>
              </a:ext>
            </a:extLst>
          </p:cNvPr>
          <p:cNvSpPr/>
          <p:nvPr/>
        </p:nvSpPr>
        <p:spPr>
          <a:xfrm>
            <a:off x="2896501" y="5342797"/>
            <a:ext cx="2554362" cy="424019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C8298EC-94FE-9E17-D9D6-B079457FFA42}"/>
              </a:ext>
            </a:extLst>
          </p:cNvPr>
          <p:cNvSpPr/>
          <p:nvPr/>
        </p:nvSpPr>
        <p:spPr>
          <a:xfrm>
            <a:off x="6275244" y="4508790"/>
            <a:ext cx="3105148" cy="2213261"/>
          </a:xfrm>
          <a:prstGeom prst="round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OUTPUT: </a:t>
            </a:r>
          </a:p>
          <a:p>
            <a:pPr algn="ctr"/>
            <a:r>
              <a:rPr lang="en-US"/>
              <a:t> Cleans role </a:t>
            </a:r>
            <a:r>
              <a:rPr lang="en-US" dirty="0"/>
              <a:t>breakdown, due dates, study schedules, or returns summary back to the individual.</a:t>
            </a:r>
          </a:p>
        </p:txBody>
      </p:sp>
    </p:spTree>
    <p:extLst>
      <p:ext uri="{BB962C8B-B14F-4D97-AF65-F5344CB8AC3E}">
        <p14:creationId xmlns:p14="http://schemas.microsoft.com/office/powerpoint/2010/main" val="755384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4AD3-354E-E75A-31F9-FF92FD42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Each Box means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66A93-04DD-DBDF-9C4F-BC88B078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28423"/>
            <a:ext cx="10691265" cy="464044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/>
              <a:t>INPUT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/>
              <a:t>individual gives homework directions (PDF, Canvas text, screenshots, or links). This causes the whole multi‑agent workflow.</a:t>
            </a:r>
          </a:p>
          <a:p>
            <a:r>
              <a:rPr lang="en-US"/>
              <a:t>DEEP LEARNING MODEL</a:t>
            </a:r>
          </a:p>
          <a:p>
            <a:pPr marL="0" indent="0">
              <a:buNone/>
            </a:pPr>
            <a:r>
              <a:rPr lang="en-US" dirty="0"/>
              <a:t>The fine‑tuned BERT classifier extracts key details like requirements, due dates, su</a:t>
            </a:r>
            <a:r>
              <a:rPr lang="en-US"/>
              <a:t>bmission materials, and constraints from the raw </a:t>
            </a:r>
            <a:r>
              <a:rPr lang="en-US" dirty="0"/>
              <a:t>assignment text.</a:t>
            </a:r>
          </a:p>
          <a:p>
            <a:r>
              <a:rPr lang="en-US"/>
              <a:t>AGENT BRAIN (LLM)</a:t>
            </a:r>
          </a:p>
          <a:p>
            <a:pPr marL="0" indent="0">
              <a:buNone/>
            </a:pPr>
            <a:r>
              <a:rPr lang="en-US" dirty="0"/>
              <a:t>The large language model explains the extracted details, reasons about what the individual needs, coordinates the </a:t>
            </a:r>
            <a:r>
              <a:rPr lang="en-US"/>
              <a:t>multi‑agent teams, and chooses which tool to call next.</a:t>
            </a:r>
          </a:p>
          <a:p>
            <a:r>
              <a:rPr lang="en-US"/>
              <a:t>TOOL</a:t>
            </a:r>
          </a:p>
          <a:p>
            <a:pPr marL="0" indent="0">
              <a:buNone/>
            </a:pPr>
            <a:r>
              <a:rPr lang="en-US" dirty="0"/>
              <a:t>The agent uses an external tool like a calendar API, </a:t>
            </a:r>
            <a:r>
              <a:rPr lang="en-US"/>
              <a:t>automatic planner</a:t>
            </a:r>
            <a:r>
              <a:rPr lang="en-US" dirty="0"/>
              <a:t>, or file system to plan due dates, produce a task schedule, or make a structured summary.</a:t>
            </a:r>
          </a:p>
          <a:p>
            <a:r>
              <a:rPr lang="en-US"/>
              <a:t>OUTPUT</a:t>
            </a:r>
          </a:p>
          <a:p>
            <a:pPr marL="0" indent="0">
              <a:buNone/>
            </a:pPr>
            <a:r>
              <a:rPr lang="en-US" dirty="0"/>
              <a:t>The system returns a clean, arranged breakdown of the homework: roles, due dates, needed steps, and su</a:t>
            </a:r>
            <a:r>
              <a:rPr lang="en-US"/>
              <a:t>ggested </a:t>
            </a:r>
            <a:r>
              <a:rPr lang="en-US" dirty="0"/>
              <a:t>workflow.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6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D993-632B-D689-9CA3-675575E1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Agent Architecture and Diagram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FBD3B-F762-56D6-4870-DC4674943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Consolas"/>
              </a:rPr>
              <a:t>[INPUT Character]</a:t>
            </a:r>
            <a:r>
              <a:rPr lang="en-US" dirty="0"/>
              <a:t> </a:t>
            </a:r>
          </a:p>
          <a:p>
            <a:pPr marL="0" indent="0" algn="ctr">
              <a:buNone/>
            </a:pPr>
            <a:endParaRPr lang="en-US" dirty="0">
              <a:latin typeface="Consolas"/>
            </a:endParaRPr>
          </a:p>
          <a:p>
            <a:pPr marL="0" indent="0" algn="ctr">
              <a:buNone/>
            </a:pPr>
            <a:endParaRPr lang="en-US" dirty="0">
              <a:latin typeface="Consolas"/>
            </a:endParaRPr>
          </a:p>
          <a:p>
            <a:pPr marL="0" indent="0" algn="ctr">
              <a:buNone/>
            </a:pPr>
            <a:r>
              <a:rPr lang="en-US">
                <a:latin typeface="Consolas"/>
              </a:rPr>
              <a:t>passes to Agent 2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latin typeface="Consolas"/>
              </a:rPr>
              <a:t>[AGENT 2 Robot]        </a:t>
            </a:r>
            <a:r>
              <a:rPr lang="en-US">
                <a:latin typeface="Consolas"/>
              </a:rPr>
              <a:t>[LLM Brain]      [TOOL Toolbox]</a:t>
            </a:r>
            <a:endParaRPr lang="en-US">
              <a:latin typeface="Calisto MT"/>
            </a:endParaRPr>
          </a:p>
          <a:p>
            <a:pPr>
              <a:buNone/>
            </a:pPr>
            <a:endParaRPr lang="en-US" dirty="0">
              <a:latin typeface="Consolas"/>
            </a:endParaRPr>
          </a:p>
          <a:p>
            <a:pPr>
              <a:buNone/>
            </a:pPr>
            <a:endParaRPr lang="en-US" dirty="0">
              <a:latin typeface="Consolas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A446808-1769-8C22-723D-FD9681126F10}"/>
              </a:ext>
            </a:extLst>
          </p:cNvPr>
          <p:cNvSpPr/>
          <p:nvPr/>
        </p:nvSpPr>
        <p:spPr>
          <a:xfrm>
            <a:off x="3405463" y="2221484"/>
            <a:ext cx="775208" cy="501565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27DCD-8F82-220A-0EF0-28D682DD534B}"/>
              </a:ext>
            </a:extLst>
          </p:cNvPr>
          <p:cNvSpPr txBox="1"/>
          <p:nvPr/>
        </p:nvSpPr>
        <p:spPr>
          <a:xfrm>
            <a:off x="4182534" y="2218266"/>
            <a:ext cx="116840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[AGENT 1 Robot]</a:t>
            </a:r>
          </a:p>
          <a:p>
            <a:pPr algn="ctr"/>
            <a:endParaRPr lang="en-US" dirty="0">
              <a:latin typeface="Consolas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A491B1E-D7B6-1A4C-5D5D-1CFEAE223B4D}"/>
              </a:ext>
            </a:extLst>
          </p:cNvPr>
          <p:cNvSpPr/>
          <p:nvPr/>
        </p:nvSpPr>
        <p:spPr>
          <a:xfrm>
            <a:off x="5351738" y="2245825"/>
            <a:ext cx="766742" cy="493098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8634B-79FF-214A-9504-5C4F532F552F}"/>
              </a:ext>
            </a:extLst>
          </p:cNvPr>
          <p:cNvSpPr txBox="1"/>
          <p:nvPr/>
        </p:nvSpPr>
        <p:spPr>
          <a:xfrm>
            <a:off x="6112933" y="2218266"/>
            <a:ext cx="90593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[LLM Brain]</a:t>
            </a:r>
          </a:p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BAFDD32-34E1-9EE4-24AB-358E28108D01}"/>
              </a:ext>
            </a:extLst>
          </p:cNvPr>
          <p:cNvSpPr/>
          <p:nvPr/>
        </p:nvSpPr>
        <p:spPr>
          <a:xfrm>
            <a:off x="7018613" y="2227834"/>
            <a:ext cx="758275" cy="518498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4B60D-4A40-973C-5B4E-3807A298BFEB}"/>
              </a:ext>
            </a:extLst>
          </p:cNvPr>
          <p:cNvSpPr txBox="1"/>
          <p:nvPr/>
        </p:nvSpPr>
        <p:spPr>
          <a:xfrm>
            <a:off x="7780867" y="2218266"/>
            <a:ext cx="11006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[TOOL Toolbox]</a:t>
            </a:r>
          </a:p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D84440E-6955-F3B7-4CF9-EB4D583260F7}"/>
              </a:ext>
            </a:extLst>
          </p:cNvPr>
          <p:cNvSpPr/>
          <p:nvPr/>
        </p:nvSpPr>
        <p:spPr>
          <a:xfrm>
            <a:off x="8880221" y="2252176"/>
            <a:ext cx="588942" cy="501564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37ED70-EE5C-6246-8DF6-345305DAD80E}"/>
              </a:ext>
            </a:extLst>
          </p:cNvPr>
          <p:cNvSpPr txBox="1"/>
          <p:nvPr/>
        </p:nvSpPr>
        <p:spPr>
          <a:xfrm>
            <a:off x="9465733" y="2277533"/>
            <a:ext cx="168486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[OUTPUT Character]</a:t>
            </a:r>
          </a:p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02F094AD-3D18-9552-C7D5-466AD726CEFE}"/>
              </a:ext>
            </a:extLst>
          </p:cNvPr>
          <p:cNvSpPr/>
          <p:nvPr/>
        </p:nvSpPr>
        <p:spPr>
          <a:xfrm>
            <a:off x="5857917" y="4095496"/>
            <a:ext cx="484632" cy="639742"/>
          </a:xfrm>
          <a:prstGeom prst="down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C61E95D-A620-3F80-D7D2-0E0A7ABF9CE3}"/>
              </a:ext>
            </a:extLst>
          </p:cNvPr>
          <p:cNvSpPr/>
          <p:nvPr/>
        </p:nvSpPr>
        <p:spPr>
          <a:xfrm>
            <a:off x="3044571" y="5018658"/>
            <a:ext cx="800608" cy="484632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79F594D-F489-95EE-2848-3A9FA73D635B}"/>
              </a:ext>
            </a:extLst>
          </p:cNvPr>
          <p:cNvSpPr/>
          <p:nvPr/>
        </p:nvSpPr>
        <p:spPr>
          <a:xfrm>
            <a:off x="5685113" y="5017600"/>
            <a:ext cx="673608" cy="476166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F1287D8-D06A-34AD-8DC7-C29244F5A183}"/>
              </a:ext>
            </a:extLst>
          </p:cNvPr>
          <p:cNvSpPr/>
          <p:nvPr/>
        </p:nvSpPr>
        <p:spPr>
          <a:xfrm>
            <a:off x="8393388" y="5008075"/>
            <a:ext cx="978408" cy="484632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C68FB1-07B1-D52A-81CF-92E301C9EAF3}"/>
              </a:ext>
            </a:extLst>
          </p:cNvPr>
          <p:cNvSpPr txBox="1"/>
          <p:nvPr/>
        </p:nvSpPr>
        <p:spPr>
          <a:xfrm>
            <a:off x="9372600" y="5020733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[OUTPUT Character]</a:t>
            </a:r>
          </a:p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043AA2F-FC8A-ACD7-DE0C-93C6CE18D942}"/>
              </a:ext>
            </a:extLst>
          </p:cNvPr>
          <p:cNvSpPr/>
          <p:nvPr/>
        </p:nvSpPr>
        <p:spPr>
          <a:xfrm>
            <a:off x="5870617" y="3202262"/>
            <a:ext cx="442300" cy="461942"/>
          </a:xfrm>
          <a:prstGeom prst="down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6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8612-AB46-7AE7-E4CB-5B2C576E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Left‑to‑Right Multi‑Agent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76551-0657-91C6-2D2F-D098C6ECF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/>
              </a:rPr>
              <a:t>
      </a:t>
            </a:r>
            <a:endParaRPr lang="en-US"/>
          </a:p>
          <a:p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8CD315A-4C95-103F-CEC7-33AC49DFEC32}"/>
              </a:ext>
            </a:extLst>
          </p:cNvPr>
          <p:cNvSpPr/>
          <p:nvPr/>
        </p:nvSpPr>
        <p:spPr>
          <a:xfrm>
            <a:off x="2550137" y="2736411"/>
            <a:ext cx="753272" cy="501950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A85E0-6D7A-329B-1118-DA14A29FA9F2}"/>
              </a:ext>
            </a:extLst>
          </p:cNvPr>
          <p:cNvSpPr txBox="1"/>
          <p:nvPr/>
        </p:nvSpPr>
        <p:spPr>
          <a:xfrm>
            <a:off x="3299113" y="1714499"/>
            <a:ext cx="192231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[DEEP LEARNING MODEL: BERT </a:t>
            </a:r>
            <a:r>
              <a:rPr lang="en-US"/>
              <a:t>Extractor]</a:t>
            </a:r>
            <a:endParaRPr lang="en-US" dirty="0"/>
          </a:p>
          <a:p>
            <a:r>
              <a:rPr lang="en-US"/>
              <a:t>"Sends </a:t>
            </a:r>
            <a:r>
              <a:rPr lang="en-US" dirty="0"/>
              <a:t>extracted </a:t>
            </a:r>
            <a:r>
              <a:rPr lang="en-US"/>
              <a:t>requirements."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B0E005E-79C5-BA5E-5A3F-5B5CD2873ECA}"/>
              </a:ext>
            </a:extLst>
          </p:cNvPr>
          <p:cNvSpPr/>
          <p:nvPr/>
        </p:nvSpPr>
        <p:spPr>
          <a:xfrm>
            <a:off x="5126215" y="2506946"/>
            <a:ext cx="805227" cy="493291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65B0C-2035-8507-CC7A-385338D09DC6}"/>
              </a:ext>
            </a:extLst>
          </p:cNvPr>
          <p:cNvSpPr txBox="1"/>
          <p:nvPr/>
        </p:nvSpPr>
        <p:spPr>
          <a:xfrm>
            <a:off x="5896841" y="1904999"/>
            <a:ext cx="211281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sto MT"/>
              </a:rPr>
              <a:t>[AGENT BRAIN: </a:t>
            </a:r>
            <a:r>
              <a:rPr lang="en-US">
                <a:latin typeface="Calisto MT"/>
              </a:rPr>
              <a:t>LLM Reasoner]</a:t>
            </a:r>
            <a:endParaRPr lang="en-US" dirty="0">
              <a:latin typeface="Calisto MT"/>
            </a:endParaRPr>
          </a:p>
          <a:p>
            <a:r>
              <a:rPr lang="en-US">
                <a:latin typeface="Calisto MT"/>
              </a:rPr>
              <a:t>"Requests structured plan."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4F30B1-CA20-730D-A6D8-0C4028E86814}"/>
              </a:ext>
            </a:extLst>
          </p:cNvPr>
          <p:cNvCxnSpPr/>
          <p:nvPr/>
        </p:nvCxnSpPr>
        <p:spPr>
          <a:xfrm flipH="1">
            <a:off x="3054928" y="3032413"/>
            <a:ext cx="6307282" cy="9490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DF2BC22-D7B6-A0A2-2159-2DF3B40CE8A7}"/>
              </a:ext>
            </a:extLst>
          </p:cNvPr>
          <p:cNvSpPr txBox="1"/>
          <p:nvPr/>
        </p:nvSpPr>
        <p:spPr>
          <a:xfrm>
            <a:off x="8676408" y="1714500"/>
            <a:ext cx="244186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sto MT"/>
              </a:rPr>
              <a:t>[TOOL: Document </a:t>
            </a:r>
            <a:r>
              <a:rPr lang="en-US">
                <a:latin typeface="Calisto MT"/>
              </a:rPr>
              <a:t>Parser/Calander API]</a:t>
            </a:r>
            <a:endParaRPr lang="en-US" dirty="0">
              <a:latin typeface="Calisto MT"/>
            </a:endParaRPr>
          </a:p>
          <a:p>
            <a:r>
              <a:rPr lang="en-US">
                <a:latin typeface="Calisto MT"/>
              </a:rPr>
              <a:t>"Returns organized data."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382C22F-C871-B55D-D96E-00D17B654210}"/>
              </a:ext>
            </a:extLst>
          </p:cNvPr>
          <p:cNvSpPr/>
          <p:nvPr/>
        </p:nvSpPr>
        <p:spPr>
          <a:xfrm>
            <a:off x="2550137" y="4520184"/>
            <a:ext cx="580090" cy="484632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27857A-618F-659C-32E9-9238385462F6}"/>
              </a:ext>
            </a:extLst>
          </p:cNvPr>
          <p:cNvSpPr txBox="1"/>
          <p:nvPr/>
        </p:nvSpPr>
        <p:spPr>
          <a:xfrm>
            <a:off x="519545" y="4061113"/>
            <a:ext cx="197427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sto MT"/>
              </a:rPr>
              <a:t>[OUTPUT: Task List + Deadlines]</a:t>
            </a:r>
            <a:endParaRPr lang="en-US" dirty="0">
              <a:latin typeface="Calisto MT"/>
            </a:endParaRPr>
          </a:p>
          <a:p>
            <a:r>
              <a:rPr lang="en-US">
                <a:latin typeface="Calisto MT"/>
              </a:rPr>
              <a:t>(Passes to </a:t>
            </a:r>
            <a:r>
              <a:rPr lang="en-US" dirty="0">
                <a:latin typeface="Calisto MT"/>
              </a:rPr>
              <a:t>Agent 2)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8092254-E4C2-0395-E492-7F336C60E32C}"/>
              </a:ext>
            </a:extLst>
          </p:cNvPr>
          <p:cNvSpPr/>
          <p:nvPr/>
        </p:nvSpPr>
        <p:spPr>
          <a:xfrm>
            <a:off x="5243115" y="4624092"/>
            <a:ext cx="571431" cy="484632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6D9A60-104C-CF3C-9B3D-851D12F31F2D}"/>
              </a:ext>
            </a:extLst>
          </p:cNvPr>
          <p:cNvSpPr txBox="1"/>
          <p:nvPr/>
        </p:nvSpPr>
        <p:spPr>
          <a:xfrm>
            <a:off x="3446318" y="3749386"/>
            <a:ext cx="180109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sto MT"/>
              </a:rPr>
              <a:t>[AGENT 2]</a:t>
            </a:r>
            <a:endParaRPr lang="en-US" dirty="0">
              <a:latin typeface="Calisto MT"/>
            </a:endParaRPr>
          </a:p>
          <a:p>
            <a:r>
              <a:rPr lang="en-US">
                <a:latin typeface="Calisto MT"/>
              </a:rPr>
              <a:t>[INPUT: Extracted Requirements]</a:t>
            </a:r>
            <a:endParaRPr lang="en-US" dirty="0">
              <a:latin typeface="Calisto MT"/>
            </a:endParaRPr>
          </a:p>
          <a:p>
            <a:r>
              <a:rPr lang="en-US">
                <a:latin typeface="Calisto MT"/>
              </a:rPr>
              <a:t>"Sends </a:t>
            </a:r>
            <a:r>
              <a:rPr lang="en-US" dirty="0">
                <a:latin typeface="Calisto MT"/>
              </a:rPr>
              <a:t>structured assignment </a:t>
            </a:r>
            <a:r>
              <a:rPr lang="en-US">
                <a:latin typeface="Calisto MT"/>
              </a:rPr>
              <a:t>data."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8A2E901-206E-1472-6F44-05DFEC6DFC27}"/>
              </a:ext>
            </a:extLst>
          </p:cNvPr>
          <p:cNvSpPr/>
          <p:nvPr/>
        </p:nvSpPr>
        <p:spPr>
          <a:xfrm>
            <a:off x="7646011" y="4619763"/>
            <a:ext cx="606068" cy="484632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8148D5-3BC7-2C44-2B28-D84CCE232C42}"/>
              </a:ext>
            </a:extLst>
          </p:cNvPr>
          <p:cNvSpPr txBox="1"/>
          <p:nvPr/>
        </p:nvSpPr>
        <p:spPr>
          <a:xfrm>
            <a:off x="701387" y="1861705"/>
            <a:ext cx="224270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sto MT"/>
              </a:rPr>
              <a:t>[AGENT 1]</a:t>
            </a:r>
            <a:endParaRPr lang="en-US" dirty="0">
              <a:latin typeface="Calisto MT"/>
            </a:endParaRPr>
          </a:p>
          <a:p>
            <a:r>
              <a:rPr lang="en-US" dirty="0">
                <a:latin typeface="Calisto MT"/>
              </a:rPr>
              <a:t>[INPUT: Assignment </a:t>
            </a:r>
            <a:r>
              <a:rPr lang="en-US">
                <a:latin typeface="Calisto MT"/>
              </a:rPr>
              <a:t>Instructions]</a:t>
            </a:r>
            <a:endParaRPr lang="en-US" dirty="0">
              <a:latin typeface="Calisto MT"/>
            </a:endParaRPr>
          </a:p>
          <a:p>
            <a:r>
              <a:rPr lang="en-US">
                <a:latin typeface="Calisto MT"/>
              </a:rPr>
              <a:t>"Sends raw instructions."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5795623-93D4-62FB-5745-DAAA131DC065}"/>
              </a:ext>
            </a:extLst>
          </p:cNvPr>
          <p:cNvSpPr/>
          <p:nvPr/>
        </p:nvSpPr>
        <p:spPr>
          <a:xfrm>
            <a:off x="7944750" y="2225525"/>
            <a:ext cx="735954" cy="562564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26EE7D-D80C-6162-BBBB-49957993D97A}"/>
              </a:ext>
            </a:extLst>
          </p:cNvPr>
          <p:cNvSpPr txBox="1"/>
          <p:nvPr/>
        </p:nvSpPr>
        <p:spPr>
          <a:xfrm>
            <a:off x="5810249" y="3749386"/>
            <a:ext cx="189634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sto MT"/>
              </a:rPr>
              <a:t>[DEEP LEARNING MODEL: BERT Task </a:t>
            </a:r>
            <a:r>
              <a:rPr lang="en-US">
                <a:latin typeface="Calisto MT"/>
              </a:rPr>
              <a:t>Classifier]</a:t>
            </a:r>
            <a:endParaRPr lang="en-US" dirty="0">
              <a:latin typeface="Calisto MT"/>
            </a:endParaRPr>
          </a:p>
          <a:p>
            <a:r>
              <a:rPr lang="en-US">
                <a:latin typeface="Calisto MT"/>
              </a:rPr>
              <a:t>"Sends tasks categories."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A16577-BFD7-2B0F-4E7E-18919A98DA0E}"/>
              </a:ext>
            </a:extLst>
          </p:cNvPr>
          <p:cNvSpPr txBox="1"/>
          <p:nvPr/>
        </p:nvSpPr>
        <p:spPr>
          <a:xfrm>
            <a:off x="8252113" y="3645476"/>
            <a:ext cx="150668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sto MT"/>
              </a:rPr>
              <a:t>[AGENT BRAIN: </a:t>
            </a:r>
            <a:r>
              <a:rPr lang="en-US">
                <a:latin typeface="Calisto MT"/>
              </a:rPr>
              <a:t>LLM PLANNER]</a:t>
            </a:r>
            <a:endParaRPr lang="en-US" dirty="0">
              <a:latin typeface="Calisto MT"/>
            </a:endParaRPr>
          </a:p>
          <a:p>
            <a:r>
              <a:rPr lang="en-US" dirty="0">
                <a:latin typeface="Calisto MT"/>
              </a:rPr>
              <a:t>"Creates schedule + </a:t>
            </a:r>
            <a:r>
              <a:rPr lang="en-US">
                <a:latin typeface="Calisto MT"/>
              </a:rPr>
              <a:t>timeline.</a:t>
            </a:r>
            <a:endParaRPr lang="en-US" dirty="0">
              <a:latin typeface="Calisto MT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CE8D4D8-7057-81DB-DCC4-67BDAE644B0E}"/>
              </a:ext>
            </a:extLst>
          </p:cNvPr>
          <p:cNvSpPr/>
          <p:nvPr/>
        </p:nvSpPr>
        <p:spPr>
          <a:xfrm>
            <a:off x="9897376" y="4524513"/>
            <a:ext cx="683999" cy="493291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F5664E-BDEB-62DE-EA2D-24F201FB8534}"/>
              </a:ext>
            </a:extLst>
          </p:cNvPr>
          <p:cNvSpPr txBox="1"/>
          <p:nvPr/>
        </p:nvSpPr>
        <p:spPr>
          <a:xfrm>
            <a:off x="10581408" y="3506932"/>
            <a:ext cx="147204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sto MT"/>
              </a:rPr>
              <a:t>[TOOL: Calendar API / Task Manager]</a:t>
            </a:r>
            <a:endParaRPr lang="en-US" dirty="0">
              <a:latin typeface="Calisto MT"/>
            </a:endParaRPr>
          </a:p>
          <a:p>
            <a:r>
              <a:rPr lang="en-US" dirty="0">
                <a:latin typeface="Calisto MT"/>
              </a:rPr>
              <a:t>"Returns scheduled </a:t>
            </a:r>
            <a:r>
              <a:rPr lang="en-US">
                <a:latin typeface="Calisto MT"/>
              </a:rPr>
              <a:t>tasks."</a:t>
            </a:r>
            <a:endParaRPr lang="en-US" dirty="0">
              <a:latin typeface="Calisto MT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16C462E-FCBE-72D3-EA43-C9EA080F02AA}"/>
              </a:ext>
            </a:extLst>
          </p:cNvPr>
          <p:cNvCxnSpPr/>
          <p:nvPr/>
        </p:nvCxnSpPr>
        <p:spPr>
          <a:xfrm flipH="1">
            <a:off x="2496415" y="5417994"/>
            <a:ext cx="8073736" cy="10962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E93E98B-A6E3-0B17-C652-648AEE8230B0}"/>
              </a:ext>
            </a:extLst>
          </p:cNvPr>
          <p:cNvSpPr txBox="1"/>
          <p:nvPr/>
        </p:nvSpPr>
        <p:spPr>
          <a:xfrm>
            <a:off x="-1" y="6208568"/>
            <a:ext cx="29614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sto MT"/>
              </a:rPr>
              <a:t>[OUTPUT: Full Study Plan </a:t>
            </a:r>
            <a:r>
              <a:rPr lang="en-US">
                <a:latin typeface="Calisto MT"/>
              </a:rPr>
              <a:t>+ Timeline]</a:t>
            </a:r>
          </a:p>
        </p:txBody>
      </p:sp>
    </p:spTree>
    <p:extLst>
      <p:ext uri="{BB962C8B-B14F-4D97-AF65-F5344CB8AC3E}">
        <p14:creationId xmlns:p14="http://schemas.microsoft.com/office/powerpoint/2010/main" val="142029920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ChronicleVTI</vt:lpstr>
      <vt:lpstr>INPUT (Assignment Instructions)</vt:lpstr>
      <vt:lpstr>AGENT 1 — Extraction Agent (BERT)  </vt:lpstr>
      <vt:lpstr>LLM Brain (Reasoning Engine)</vt:lpstr>
      <vt:lpstr> TOOL (Calendar / Parser / Task Manager) </vt:lpstr>
      <vt:lpstr>AGENT 2 — Task Planning Agent </vt:lpstr>
      <vt:lpstr>OUTPUT (Final Organized Plan)</vt:lpstr>
      <vt:lpstr>Agent Architecture Diagram</vt:lpstr>
      <vt:lpstr>What Each Box means </vt:lpstr>
      <vt:lpstr>Agent Architecture and Diagram</vt:lpstr>
      <vt:lpstr>Left‑to‑Right Multi‑Agent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1174</cp:revision>
  <dcterms:created xsi:type="dcterms:W3CDTF">2026-04-04T23:02:46Z</dcterms:created>
  <dcterms:modified xsi:type="dcterms:W3CDTF">2026-04-07T00:19:21Z</dcterms:modified>
</cp:coreProperties>
</file>